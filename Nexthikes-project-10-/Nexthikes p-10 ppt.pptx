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9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7819CEA-BF05-40E9-BED9-A5EC74045FCA}" type="doc">
      <dgm:prSet loTypeId="urn:microsoft.com/office/officeart/2005/8/layout/arrow5" loCatId="relationship" qsTypeId="urn:microsoft.com/office/officeart/2005/8/quickstyle/simple1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232BEC18-D689-43E5-BF8E-34F11F982584}">
      <dgm:prSet/>
      <dgm:spPr/>
      <dgm:t>
        <a:bodyPr/>
        <a:lstStyle/>
        <a:p>
          <a:r>
            <a:rPr lang="en-US"/>
            <a:t>⏳</a:t>
          </a:r>
          <a:r>
            <a:rPr lang="en-US" b="1"/>
            <a:t>Manual data entry is slow and error-prone.</a:t>
          </a:r>
          <a:endParaRPr lang="en-US"/>
        </a:p>
      </dgm:t>
    </dgm:pt>
    <dgm:pt modelId="{AEC37AFB-9090-4C43-ABBB-BAB2820B4D18}" type="parTrans" cxnId="{8AD21542-603E-4FC7-9411-82C995766D63}">
      <dgm:prSet/>
      <dgm:spPr/>
      <dgm:t>
        <a:bodyPr/>
        <a:lstStyle/>
        <a:p>
          <a:endParaRPr lang="en-US"/>
        </a:p>
      </dgm:t>
    </dgm:pt>
    <dgm:pt modelId="{6EFD0971-5311-41E3-8096-9E88FD4CD84D}" type="sibTrans" cxnId="{8AD21542-603E-4FC7-9411-82C995766D63}">
      <dgm:prSet/>
      <dgm:spPr/>
      <dgm:t>
        <a:bodyPr/>
        <a:lstStyle/>
        <a:p>
          <a:endParaRPr lang="en-US"/>
        </a:p>
      </dgm:t>
    </dgm:pt>
    <dgm:pt modelId="{8216A36D-C21B-44DF-B23A-E450A04F4E5B}">
      <dgm:prSet/>
      <dgm:spPr/>
      <dgm:t>
        <a:bodyPr/>
        <a:lstStyle/>
        <a:p>
          <a:r>
            <a:rPr lang="en-US"/>
            <a:t>⚠</a:t>
          </a:r>
          <a:r>
            <a:rPr lang="en-US" b="1"/>
            <a:t>Lab reports have no fixed format or layout.</a:t>
          </a:r>
          <a:endParaRPr lang="en-US"/>
        </a:p>
      </dgm:t>
    </dgm:pt>
    <dgm:pt modelId="{EF6C6E89-6FB9-4EDF-93FA-35A854ABF0AE}" type="parTrans" cxnId="{95E7584E-8BEC-4638-BEE5-03B8970F4103}">
      <dgm:prSet/>
      <dgm:spPr/>
      <dgm:t>
        <a:bodyPr/>
        <a:lstStyle/>
        <a:p>
          <a:endParaRPr lang="en-US"/>
        </a:p>
      </dgm:t>
    </dgm:pt>
    <dgm:pt modelId="{62EC4620-DBD7-498F-A459-6182C7B3B225}" type="sibTrans" cxnId="{95E7584E-8BEC-4638-BEE5-03B8970F4103}">
      <dgm:prSet/>
      <dgm:spPr/>
      <dgm:t>
        <a:bodyPr/>
        <a:lstStyle/>
        <a:p>
          <a:endParaRPr lang="en-US"/>
        </a:p>
      </dgm:t>
    </dgm:pt>
    <dgm:pt modelId="{5F2F8FDA-C93A-4B50-8D77-0391148E2E0C}">
      <dgm:prSet/>
      <dgm:spPr/>
      <dgm:t>
        <a:bodyPr/>
        <a:lstStyle/>
        <a:p>
          <a:r>
            <a:rPr lang="en-US"/>
            <a:t>🧾</a:t>
          </a:r>
          <a:r>
            <a:rPr lang="en-US" b="1"/>
            <a:t>Generic OCR fails to capture specific fields (Patient Name, Tests, Values).</a:t>
          </a:r>
          <a:endParaRPr lang="en-US"/>
        </a:p>
      </dgm:t>
    </dgm:pt>
    <dgm:pt modelId="{46D965DD-7372-4461-9D6F-3BCC090454DD}" type="parTrans" cxnId="{617F4C18-F89F-4FC2-A422-63C07FAD8EF2}">
      <dgm:prSet/>
      <dgm:spPr/>
      <dgm:t>
        <a:bodyPr/>
        <a:lstStyle/>
        <a:p>
          <a:endParaRPr lang="en-US"/>
        </a:p>
      </dgm:t>
    </dgm:pt>
    <dgm:pt modelId="{495A74E7-065F-4DEE-8205-0F4C438863B5}" type="sibTrans" cxnId="{617F4C18-F89F-4FC2-A422-63C07FAD8EF2}">
      <dgm:prSet/>
      <dgm:spPr/>
      <dgm:t>
        <a:bodyPr/>
        <a:lstStyle/>
        <a:p>
          <a:endParaRPr lang="en-US"/>
        </a:p>
      </dgm:t>
    </dgm:pt>
    <dgm:pt modelId="{027B9CAA-AC13-4BDC-BA59-154E216298E5}">
      <dgm:prSet/>
      <dgm:spPr/>
      <dgm:t>
        <a:bodyPr/>
        <a:lstStyle/>
        <a:p>
          <a:r>
            <a:rPr lang="en-US"/>
            <a:t>🔍</a:t>
          </a:r>
          <a:r>
            <a:rPr lang="en-US" b="1"/>
            <a:t>Inconsistent fonts and scan quality reduce accuracy.</a:t>
          </a:r>
          <a:endParaRPr lang="en-US"/>
        </a:p>
      </dgm:t>
    </dgm:pt>
    <dgm:pt modelId="{C4368791-DE55-49B6-8212-A18B5C7F1F1B}" type="parTrans" cxnId="{AD56262F-D8D2-44B4-B812-E46E17503C45}">
      <dgm:prSet/>
      <dgm:spPr/>
      <dgm:t>
        <a:bodyPr/>
        <a:lstStyle/>
        <a:p>
          <a:endParaRPr lang="en-US"/>
        </a:p>
      </dgm:t>
    </dgm:pt>
    <dgm:pt modelId="{5E2E9F25-1B3D-4AFE-9A6A-A8F898C8C6CF}" type="sibTrans" cxnId="{AD56262F-D8D2-44B4-B812-E46E17503C45}">
      <dgm:prSet/>
      <dgm:spPr/>
      <dgm:t>
        <a:bodyPr/>
        <a:lstStyle/>
        <a:p>
          <a:endParaRPr lang="en-US"/>
        </a:p>
      </dgm:t>
    </dgm:pt>
    <dgm:pt modelId="{EC4A4F9F-508A-4B16-9506-77BC9F693BFB}">
      <dgm:prSet/>
      <dgm:spPr/>
      <dgm:t>
        <a:bodyPr/>
        <a:lstStyle/>
        <a:p>
          <a:r>
            <a:rPr lang="en-US"/>
            <a:t>🤖</a:t>
          </a:r>
          <a:r>
            <a:rPr lang="en-US" b="1"/>
            <a:t>Need for an automated, field-aware extraction system.</a:t>
          </a:r>
          <a:endParaRPr lang="en-US"/>
        </a:p>
      </dgm:t>
    </dgm:pt>
    <dgm:pt modelId="{07FF118A-7B2D-422D-BCE0-5F03F4674A0F}" type="parTrans" cxnId="{12BE8FEF-ADD5-48D7-B9F2-BC3BC2AC6DFE}">
      <dgm:prSet/>
      <dgm:spPr/>
      <dgm:t>
        <a:bodyPr/>
        <a:lstStyle/>
        <a:p>
          <a:endParaRPr lang="en-US"/>
        </a:p>
      </dgm:t>
    </dgm:pt>
    <dgm:pt modelId="{EFFBF345-85C6-4BCC-8C3F-A7CB25214EDA}" type="sibTrans" cxnId="{12BE8FEF-ADD5-48D7-B9F2-BC3BC2AC6DFE}">
      <dgm:prSet/>
      <dgm:spPr/>
      <dgm:t>
        <a:bodyPr/>
        <a:lstStyle/>
        <a:p>
          <a:endParaRPr lang="en-US"/>
        </a:p>
      </dgm:t>
    </dgm:pt>
    <dgm:pt modelId="{64396E55-C750-46AC-9833-99C869819B1B}" type="pres">
      <dgm:prSet presAssocID="{07819CEA-BF05-40E9-BED9-A5EC74045FCA}" presName="diagram" presStyleCnt="0">
        <dgm:presLayoutVars>
          <dgm:dir/>
          <dgm:resizeHandles val="exact"/>
        </dgm:presLayoutVars>
      </dgm:prSet>
      <dgm:spPr/>
    </dgm:pt>
    <dgm:pt modelId="{0DCA4DA0-7263-44CA-8673-4836DE83808B}" type="pres">
      <dgm:prSet presAssocID="{232BEC18-D689-43E5-BF8E-34F11F982584}" presName="arrow" presStyleLbl="node1" presStyleIdx="0" presStyleCnt="5">
        <dgm:presLayoutVars>
          <dgm:bulletEnabled val="1"/>
        </dgm:presLayoutVars>
      </dgm:prSet>
      <dgm:spPr/>
    </dgm:pt>
    <dgm:pt modelId="{B5D8E901-FEC8-4C31-A517-6BA5F1998FDB}" type="pres">
      <dgm:prSet presAssocID="{8216A36D-C21B-44DF-B23A-E450A04F4E5B}" presName="arrow" presStyleLbl="node1" presStyleIdx="1" presStyleCnt="5">
        <dgm:presLayoutVars>
          <dgm:bulletEnabled val="1"/>
        </dgm:presLayoutVars>
      </dgm:prSet>
      <dgm:spPr/>
    </dgm:pt>
    <dgm:pt modelId="{BC74C79F-F0D2-49EF-A1CD-3E879F823B17}" type="pres">
      <dgm:prSet presAssocID="{5F2F8FDA-C93A-4B50-8D77-0391148E2E0C}" presName="arrow" presStyleLbl="node1" presStyleIdx="2" presStyleCnt="5">
        <dgm:presLayoutVars>
          <dgm:bulletEnabled val="1"/>
        </dgm:presLayoutVars>
      </dgm:prSet>
      <dgm:spPr/>
    </dgm:pt>
    <dgm:pt modelId="{CACBF4D3-5AC8-4B85-89DB-CF3490460C7C}" type="pres">
      <dgm:prSet presAssocID="{027B9CAA-AC13-4BDC-BA59-154E216298E5}" presName="arrow" presStyleLbl="node1" presStyleIdx="3" presStyleCnt="5">
        <dgm:presLayoutVars>
          <dgm:bulletEnabled val="1"/>
        </dgm:presLayoutVars>
      </dgm:prSet>
      <dgm:spPr/>
    </dgm:pt>
    <dgm:pt modelId="{8C93E9D1-033C-493C-9E45-970E66DAD4F1}" type="pres">
      <dgm:prSet presAssocID="{EC4A4F9F-508A-4B16-9506-77BC9F693BFB}" presName="arrow" presStyleLbl="node1" presStyleIdx="4" presStyleCnt="5">
        <dgm:presLayoutVars>
          <dgm:bulletEnabled val="1"/>
        </dgm:presLayoutVars>
      </dgm:prSet>
      <dgm:spPr/>
    </dgm:pt>
  </dgm:ptLst>
  <dgm:cxnLst>
    <dgm:cxn modelId="{E4C1090B-88E6-4713-82D3-39E0C1B3A6C3}" type="presOf" srcId="{027B9CAA-AC13-4BDC-BA59-154E216298E5}" destId="{CACBF4D3-5AC8-4B85-89DB-CF3490460C7C}" srcOrd="0" destOrd="0" presId="urn:microsoft.com/office/officeart/2005/8/layout/arrow5"/>
    <dgm:cxn modelId="{95B2C80F-BE2B-4EC2-BCDD-10614C9E9CE3}" type="presOf" srcId="{07819CEA-BF05-40E9-BED9-A5EC74045FCA}" destId="{64396E55-C750-46AC-9833-99C869819B1B}" srcOrd="0" destOrd="0" presId="urn:microsoft.com/office/officeart/2005/8/layout/arrow5"/>
    <dgm:cxn modelId="{617F4C18-F89F-4FC2-A422-63C07FAD8EF2}" srcId="{07819CEA-BF05-40E9-BED9-A5EC74045FCA}" destId="{5F2F8FDA-C93A-4B50-8D77-0391148E2E0C}" srcOrd="2" destOrd="0" parTransId="{46D965DD-7372-4461-9D6F-3BCC090454DD}" sibTransId="{495A74E7-065F-4DEE-8205-0F4C438863B5}"/>
    <dgm:cxn modelId="{AD56262F-D8D2-44B4-B812-E46E17503C45}" srcId="{07819CEA-BF05-40E9-BED9-A5EC74045FCA}" destId="{027B9CAA-AC13-4BDC-BA59-154E216298E5}" srcOrd="3" destOrd="0" parTransId="{C4368791-DE55-49B6-8212-A18B5C7F1F1B}" sibTransId="{5E2E9F25-1B3D-4AFE-9A6A-A8F898C8C6CF}"/>
    <dgm:cxn modelId="{8AD21542-603E-4FC7-9411-82C995766D63}" srcId="{07819CEA-BF05-40E9-BED9-A5EC74045FCA}" destId="{232BEC18-D689-43E5-BF8E-34F11F982584}" srcOrd="0" destOrd="0" parTransId="{AEC37AFB-9090-4C43-ABBB-BAB2820B4D18}" sibTransId="{6EFD0971-5311-41E3-8096-9E88FD4CD84D}"/>
    <dgm:cxn modelId="{95E7584E-8BEC-4638-BEE5-03B8970F4103}" srcId="{07819CEA-BF05-40E9-BED9-A5EC74045FCA}" destId="{8216A36D-C21B-44DF-B23A-E450A04F4E5B}" srcOrd="1" destOrd="0" parTransId="{EF6C6E89-6FB9-4EDF-93FA-35A854ABF0AE}" sibTransId="{62EC4620-DBD7-498F-A459-6182C7B3B225}"/>
    <dgm:cxn modelId="{43626E95-55F1-47AE-A815-FDE89ED9FE47}" type="presOf" srcId="{232BEC18-D689-43E5-BF8E-34F11F982584}" destId="{0DCA4DA0-7263-44CA-8673-4836DE83808B}" srcOrd="0" destOrd="0" presId="urn:microsoft.com/office/officeart/2005/8/layout/arrow5"/>
    <dgm:cxn modelId="{E74AA29E-24AD-43F6-B405-517161452A29}" type="presOf" srcId="{EC4A4F9F-508A-4B16-9506-77BC9F693BFB}" destId="{8C93E9D1-033C-493C-9E45-970E66DAD4F1}" srcOrd="0" destOrd="0" presId="urn:microsoft.com/office/officeart/2005/8/layout/arrow5"/>
    <dgm:cxn modelId="{3EAD74AE-FD5B-44B5-9FBB-ECBE381ACA9D}" type="presOf" srcId="{5F2F8FDA-C93A-4B50-8D77-0391148E2E0C}" destId="{BC74C79F-F0D2-49EF-A1CD-3E879F823B17}" srcOrd="0" destOrd="0" presId="urn:microsoft.com/office/officeart/2005/8/layout/arrow5"/>
    <dgm:cxn modelId="{6892AEC4-C2F7-491B-8573-C1EEF8BFDA66}" type="presOf" srcId="{8216A36D-C21B-44DF-B23A-E450A04F4E5B}" destId="{B5D8E901-FEC8-4C31-A517-6BA5F1998FDB}" srcOrd="0" destOrd="0" presId="urn:microsoft.com/office/officeart/2005/8/layout/arrow5"/>
    <dgm:cxn modelId="{12BE8FEF-ADD5-48D7-B9F2-BC3BC2AC6DFE}" srcId="{07819CEA-BF05-40E9-BED9-A5EC74045FCA}" destId="{EC4A4F9F-508A-4B16-9506-77BC9F693BFB}" srcOrd="4" destOrd="0" parTransId="{07FF118A-7B2D-422D-BCE0-5F03F4674A0F}" sibTransId="{EFFBF345-85C6-4BCC-8C3F-A7CB25214EDA}"/>
    <dgm:cxn modelId="{FC13D22F-99CC-4154-8740-2088ADDCE311}" type="presParOf" srcId="{64396E55-C750-46AC-9833-99C869819B1B}" destId="{0DCA4DA0-7263-44CA-8673-4836DE83808B}" srcOrd="0" destOrd="0" presId="urn:microsoft.com/office/officeart/2005/8/layout/arrow5"/>
    <dgm:cxn modelId="{E4CC7B03-E975-4383-8EE1-6FF310172F6D}" type="presParOf" srcId="{64396E55-C750-46AC-9833-99C869819B1B}" destId="{B5D8E901-FEC8-4C31-A517-6BA5F1998FDB}" srcOrd="1" destOrd="0" presId="urn:microsoft.com/office/officeart/2005/8/layout/arrow5"/>
    <dgm:cxn modelId="{C361D500-9DC7-4DF6-9E24-F83B60FCB763}" type="presParOf" srcId="{64396E55-C750-46AC-9833-99C869819B1B}" destId="{BC74C79F-F0D2-49EF-A1CD-3E879F823B17}" srcOrd="2" destOrd="0" presId="urn:microsoft.com/office/officeart/2005/8/layout/arrow5"/>
    <dgm:cxn modelId="{7D6E41E4-C9B2-491B-A710-9BF982DB9A7B}" type="presParOf" srcId="{64396E55-C750-46AC-9833-99C869819B1B}" destId="{CACBF4D3-5AC8-4B85-89DB-CF3490460C7C}" srcOrd="3" destOrd="0" presId="urn:microsoft.com/office/officeart/2005/8/layout/arrow5"/>
    <dgm:cxn modelId="{9A39CAD1-AB7E-42D2-A740-0B09B8DBC8B4}" type="presParOf" srcId="{64396E55-C750-46AC-9833-99C869819B1B}" destId="{8C93E9D1-033C-493C-9E45-970E66DAD4F1}" srcOrd="4" destOrd="0" presId="urn:microsoft.com/office/officeart/2005/8/layout/arrow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CD89E38-31F5-4478-B465-87E7D27EBD10}" type="doc">
      <dgm:prSet loTypeId="urn:microsoft.com/office/officeart/2005/8/layout/hProcess1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31F434A-FD20-4C71-A647-58ADFDD8B5DB}">
      <dgm:prSet/>
      <dgm:spPr>
        <a:solidFill>
          <a:schemeClr val="accent2"/>
        </a:solidFill>
      </dgm:spPr>
      <dgm:t>
        <a:bodyPr/>
        <a:lstStyle/>
        <a:p>
          <a:pPr rtl="0"/>
          <a:r>
            <a:rPr lang="en-US" dirty="0"/>
            <a:t>🧠 </a:t>
          </a:r>
          <a:r>
            <a:rPr lang="en-US" b="1" dirty="0"/>
            <a:t>Develop a Custom OCR Pipeline</a:t>
          </a:r>
          <a:br>
            <a:rPr lang="en-US" dirty="0"/>
          </a:br>
          <a:r>
            <a:rPr lang="en-US" dirty="0"/>
            <a:t>Combine </a:t>
          </a:r>
          <a:r>
            <a:rPr lang="en-US" b="1" dirty="0"/>
            <a:t>YOLOv3</a:t>
          </a:r>
          <a:r>
            <a:rPr lang="en-US" dirty="0"/>
            <a:t> for region detection and </a:t>
          </a:r>
          <a:r>
            <a:rPr lang="en-US" b="1" dirty="0" err="1"/>
            <a:t>Tesseract</a:t>
          </a:r>
          <a:r>
            <a:rPr lang="en-US" b="1" dirty="0"/>
            <a:t> OCR</a:t>
          </a:r>
          <a:r>
            <a:rPr lang="en-US" dirty="0"/>
            <a:t> for text extraction.</a:t>
          </a:r>
        </a:p>
      </dgm:t>
    </dgm:pt>
    <dgm:pt modelId="{47C746CD-DE71-44A6-8247-B85B7537E3EA}" type="parTrans" cxnId="{71A05F86-DB90-4069-BE7A-8A6875C82CF3}">
      <dgm:prSet/>
      <dgm:spPr/>
      <dgm:t>
        <a:bodyPr/>
        <a:lstStyle/>
        <a:p>
          <a:endParaRPr lang="en-US"/>
        </a:p>
      </dgm:t>
    </dgm:pt>
    <dgm:pt modelId="{E81F4AD3-AB0A-47E0-880B-BD2A32AD6724}" type="sibTrans" cxnId="{71A05F86-DB90-4069-BE7A-8A6875C82CF3}">
      <dgm:prSet/>
      <dgm:spPr/>
      <dgm:t>
        <a:bodyPr/>
        <a:lstStyle/>
        <a:p>
          <a:endParaRPr lang="en-US"/>
        </a:p>
      </dgm:t>
    </dgm:pt>
    <dgm:pt modelId="{AA305845-BEC9-406B-B310-7B00224ACACC}">
      <dgm:prSet/>
      <dgm:spPr>
        <a:solidFill>
          <a:srgbClr val="92D050"/>
        </a:solidFill>
      </dgm:spPr>
      <dgm:t>
        <a:bodyPr/>
        <a:lstStyle/>
        <a:p>
          <a:pPr rtl="0"/>
          <a:r>
            <a:rPr lang="en-US" dirty="0"/>
            <a:t>📄 </a:t>
          </a:r>
          <a:r>
            <a:rPr lang="en-US" b="1" dirty="0"/>
            <a:t>Detect Key Text Regions Automatically</a:t>
          </a:r>
          <a:br>
            <a:rPr lang="en-US" dirty="0"/>
          </a:br>
          <a:r>
            <a:rPr lang="en-US" dirty="0"/>
            <a:t>Identify structured elements — </a:t>
          </a:r>
          <a:r>
            <a:rPr lang="en-US" i="1" dirty="0"/>
            <a:t>Patient Name, Test Names, and Results</a:t>
          </a:r>
          <a:r>
            <a:rPr lang="en-US" dirty="0"/>
            <a:t> — regardless of layout.</a:t>
          </a:r>
        </a:p>
      </dgm:t>
    </dgm:pt>
    <dgm:pt modelId="{F9FB91F9-C843-400D-8C01-BD72EE3F3AC2}" type="parTrans" cxnId="{033C481F-E98F-420B-9BE5-4087C4630FDA}">
      <dgm:prSet/>
      <dgm:spPr/>
      <dgm:t>
        <a:bodyPr/>
        <a:lstStyle/>
        <a:p>
          <a:endParaRPr lang="en-US"/>
        </a:p>
      </dgm:t>
    </dgm:pt>
    <dgm:pt modelId="{44F1EBBC-E5C6-4467-ADBE-5821F93C9997}" type="sibTrans" cxnId="{033C481F-E98F-420B-9BE5-4087C4630FDA}">
      <dgm:prSet/>
      <dgm:spPr/>
      <dgm:t>
        <a:bodyPr/>
        <a:lstStyle/>
        <a:p>
          <a:endParaRPr lang="en-US"/>
        </a:p>
      </dgm:t>
    </dgm:pt>
    <dgm:pt modelId="{0FE6D33A-4876-4E97-8B9F-710808C358D5}">
      <dgm:prSet/>
      <dgm:spPr>
        <a:solidFill>
          <a:schemeClr val="accent5">
            <a:lumMod val="40000"/>
            <a:lumOff val="60000"/>
          </a:schemeClr>
        </a:solidFill>
      </dgm:spPr>
      <dgm:t>
        <a:bodyPr/>
        <a:lstStyle/>
        <a:p>
          <a:pPr rtl="0"/>
          <a:r>
            <a:rPr lang="en-US" dirty="0"/>
            <a:t>⚙️ </a:t>
          </a:r>
          <a:r>
            <a:rPr lang="en-US" b="1" dirty="0"/>
            <a:t>Convert Image Data into Editable Formats</a:t>
          </a:r>
          <a:br>
            <a:rPr lang="en-US" dirty="0"/>
          </a:br>
          <a:r>
            <a:rPr lang="en-US" dirty="0"/>
            <a:t>Generate </a:t>
          </a:r>
          <a:r>
            <a:rPr lang="en-US" b="1" dirty="0"/>
            <a:t>CSV / PDF</a:t>
          </a:r>
          <a:r>
            <a:rPr lang="en-US" dirty="0"/>
            <a:t> reports for easy digital use and analysis.</a:t>
          </a:r>
        </a:p>
      </dgm:t>
    </dgm:pt>
    <dgm:pt modelId="{11716272-001C-4D99-8461-88629A6F0809}" type="parTrans" cxnId="{ACF575CB-27C0-4EF7-85FA-EEFE356E5396}">
      <dgm:prSet/>
      <dgm:spPr/>
      <dgm:t>
        <a:bodyPr/>
        <a:lstStyle/>
        <a:p>
          <a:endParaRPr lang="en-US"/>
        </a:p>
      </dgm:t>
    </dgm:pt>
    <dgm:pt modelId="{83841E2D-66BC-4616-AB98-BD3DA4F61517}" type="sibTrans" cxnId="{ACF575CB-27C0-4EF7-85FA-EEFE356E5396}">
      <dgm:prSet/>
      <dgm:spPr/>
      <dgm:t>
        <a:bodyPr/>
        <a:lstStyle/>
        <a:p>
          <a:endParaRPr lang="en-US"/>
        </a:p>
      </dgm:t>
    </dgm:pt>
    <dgm:pt modelId="{E756CF1B-C16C-4032-A197-A302FFEB40A1}">
      <dgm:prSet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pPr rtl="0"/>
          <a:r>
            <a:rPr lang="en-US" dirty="0"/>
            <a:t>☁️ </a:t>
          </a:r>
          <a:r>
            <a:rPr lang="en-US" b="1" dirty="0"/>
            <a:t>Deploy on Cloud Platforms</a:t>
          </a:r>
          <a:br>
            <a:rPr lang="en-US" dirty="0"/>
          </a:br>
          <a:r>
            <a:rPr lang="en-US" dirty="0"/>
            <a:t>Implement and test using </a:t>
          </a:r>
          <a:r>
            <a:rPr lang="en-US" b="1" dirty="0"/>
            <a:t>AWS </a:t>
          </a:r>
          <a:r>
            <a:rPr lang="en-US" b="1" dirty="0" err="1"/>
            <a:t>SageMaker</a:t>
          </a:r>
          <a:r>
            <a:rPr lang="en-US" dirty="0"/>
            <a:t>, </a:t>
          </a:r>
          <a:r>
            <a:rPr lang="en-US" b="1" dirty="0"/>
            <a:t>Google Drive</a:t>
          </a:r>
          <a:r>
            <a:rPr lang="en-US" dirty="0"/>
            <a:t>, or </a:t>
          </a:r>
          <a:r>
            <a:rPr lang="en-US" b="1" dirty="0" err="1"/>
            <a:t>Streamlit</a:t>
          </a:r>
          <a:r>
            <a:rPr lang="en-US" b="1" dirty="0"/>
            <a:t> Cloud</a:t>
          </a:r>
          <a:r>
            <a:rPr lang="en-US" dirty="0"/>
            <a:t> for real-time accessibility.</a:t>
          </a:r>
        </a:p>
      </dgm:t>
    </dgm:pt>
    <dgm:pt modelId="{9DD9413E-D3C2-474A-A07E-7AE44D766B44}" type="parTrans" cxnId="{21258325-5B42-4E07-A334-AEF41C30B9B2}">
      <dgm:prSet/>
      <dgm:spPr/>
      <dgm:t>
        <a:bodyPr/>
        <a:lstStyle/>
        <a:p>
          <a:endParaRPr lang="en-US"/>
        </a:p>
      </dgm:t>
    </dgm:pt>
    <dgm:pt modelId="{00BDF8A9-8B82-458D-A45E-9BD6206D5771}" type="sibTrans" cxnId="{21258325-5B42-4E07-A334-AEF41C30B9B2}">
      <dgm:prSet/>
      <dgm:spPr/>
      <dgm:t>
        <a:bodyPr/>
        <a:lstStyle/>
        <a:p>
          <a:endParaRPr lang="en-US"/>
        </a:p>
      </dgm:t>
    </dgm:pt>
    <dgm:pt modelId="{315AEDE6-7DB6-4286-9C18-277D312DF78C}">
      <dgm:prSet/>
      <dgm:spPr>
        <a:solidFill>
          <a:schemeClr val="accent1">
            <a:lumMod val="20000"/>
            <a:lumOff val="80000"/>
          </a:schemeClr>
        </a:solidFill>
      </dgm:spPr>
      <dgm:t>
        <a:bodyPr/>
        <a:lstStyle/>
        <a:p>
          <a:pPr rtl="0"/>
          <a:r>
            <a:rPr lang="en-US" dirty="0"/>
            <a:t>📈 </a:t>
          </a:r>
          <a:r>
            <a:rPr lang="en-US" b="1" dirty="0"/>
            <a:t>Ensure Accuracy &amp; Efficiency</a:t>
          </a:r>
          <a:br>
            <a:rPr lang="en-US" dirty="0"/>
          </a:br>
          <a:r>
            <a:rPr lang="en-US" dirty="0"/>
            <a:t>Optimize preprocessing (</a:t>
          </a:r>
          <a:r>
            <a:rPr lang="en-US" dirty="0" err="1"/>
            <a:t>grayscale</a:t>
          </a:r>
          <a:r>
            <a:rPr lang="en-US" dirty="0"/>
            <a:t>, </a:t>
          </a:r>
          <a:r>
            <a:rPr lang="en-US" dirty="0" err="1"/>
            <a:t>thresholding</a:t>
          </a:r>
          <a:r>
            <a:rPr lang="en-US" dirty="0"/>
            <a:t>, noise removal) to enhance OCR accuracy.</a:t>
          </a:r>
        </a:p>
      </dgm:t>
    </dgm:pt>
    <dgm:pt modelId="{9AF99B95-F202-4817-9207-AF64369DD1F3}" type="parTrans" cxnId="{ABC0D6CF-F596-43B4-9A2A-2917D16C1582}">
      <dgm:prSet/>
      <dgm:spPr/>
      <dgm:t>
        <a:bodyPr/>
        <a:lstStyle/>
        <a:p>
          <a:endParaRPr lang="en-US"/>
        </a:p>
      </dgm:t>
    </dgm:pt>
    <dgm:pt modelId="{F380DF24-0969-4270-89E0-D4E189F1B602}" type="sibTrans" cxnId="{ABC0D6CF-F596-43B4-9A2A-2917D16C1582}">
      <dgm:prSet/>
      <dgm:spPr/>
      <dgm:t>
        <a:bodyPr/>
        <a:lstStyle/>
        <a:p>
          <a:endParaRPr lang="en-US"/>
        </a:p>
      </dgm:t>
    </dgm:pt>
    <dgm:pt modelId="{81155395-5850-4AAE-96DA-A41F2DF1D4BE}" type="pres">
      <dgm:prSet presAssocID="{FCD89E38-31F5-4478-B465-87E7D27EBD10}" presName="Name0" presStyleCnt="0">
        <dgm:presLayoutVars>
          <dgm:dir/>
          <dgm:resizeHandles val="exact"/>
        </dgm:presLayoutVars>
      </dgm:prSet>
      <dgm:spPr/>
    </dgm:pt>
    <dgm:pt modelId="{7B088972-6D19-4D0F-8A85-3605BAD549EB}" type="pres">
      <dgm:prSet presAssocID="{FCD89E38-31F5-4478-B465-87E7D27EBD10}" presName="arrow" presStyleLbl="bgShp" presStyleIdx="0" presStyleCnt="1" custScaleX="83636" custScaleY="59211"/>
      <dgm:spPr/>
    </dgm:pt>
    <dgm:pt modelId="{491964F5-5920-4CFD-9537-D4351A01A2EB}" type="pres">
      <dgm:prSet presAssocID="{FCD89E38-31F5-4478-B465-87E7D27EBD10}" presName="points" presStyleCnt="0"/>
      <dgm:spPr/>
    </dgm:pt>
    <dgm:pt modelId="{38F99C81-86B1-4AE7-B28C-44B8FEA67416}" type="pres">
      <dgm:prSet presAssocID="{E31F434A-FD20-4C71-A647-58ADFDD8B5DB}" presName="compositeA" presStyleCnt="0"/>
      <dgm:spPr/>
    </dgm:pt>
    <dgm:pt modelId="{96FFDC55-C6CC-409C-B349-D653CA7FDD37}" type="pres">
      <dgm:prSet presAssocID="{E31F434A-FD20-4C71-A647-58ADFDD8B5DB}" presName="textA" presStyleLbl="revTx" presStyleIdx="0" presStyleCnt="5">
        <dgm:presLayoutVars>
          <dgm:bulletEnabled val="1"/>
        </dgm:presLayoutVars>
      </dgm:prSet>
      <dgm:spPr/>
    </dgm:pt>
    <dgm:pt modelId="{1A9E0D67-60D2-4851-BE6C-381E9E6132E3}" type="pres">
      <dgm:prSet presAssocID="{E31F434A-FD20-4C71-A647-58ADFDD8B5DB}" presName="circleA" presStyleLbl="node1" presStyleIdx="0" presStyleCnt="5"/>
      <dgm:spPr>
        <a:solidFill>
          <a:schemeClr val="accent4">
            <a:lumMod val="50000"/>
          </a:schemeClr>
        </a:solidFill>
      </dgm:spPr>
    </dgm:pt>
    <dgm:pt modelId="{01FCFC40-5E8E-4A36-87B5-EA02F4496B68}" type="pres">
      <dgm:prSet presAssocID="{E31F434A-FD20-4C71-A647-58ADFDD8B5DB}" presName="spaceA" presStyleCnt="0"/>
      <dgm:spPr/>
    </dgm:pt>
    <dgm:pt modelId="{DC8772AB-37F1-4F73-8FE7-A507F7AC68A6}" type="pres">
      <dgm:prSet presAssocID="{E81F4AD3-AB0A-47E0-880B-BD2A32AD6724}" presName="space" presStyleCnt="0"/>
      <dgm:spPr/>
    </dgm:pt>
    <dgm:pt modelId="{2AAD9A66-82FC-4A75-8048-28F85B7D3C38}" type="pres">
      <dgm:prSet presAssocID="{AA305845-BEC9-406B-B310-7B00224ACACC}" presName="compositeB" presStyleCnt="0"/>
      <dgm:spPr/>
    </dgm:pt>
    <dgm:pt modelId="{32152873-28E3-4F31-8017-699A1CAE2D3E}" type="pres">
      <dgm:prSet presAssocID="{AA305845-BEC9-406B-B310-7B00224ACACC}" presName="textB" presStyleLbl="revTx" presStyleIdx="1" presStyleCnt="5">
        <dgm:presLayoutVars>
          <dgm:bulletEnabled val="1"/>
        </dgm:presLayoutVars>
      </dgm:prSet>
      <dgm:spPr/>
    </dgm:pt>
    <dgm:pt modelId="{3868A2F5-8673-4361-91E2-B4C02B1EA2F1}" type="pres">
      <dgm:prSet presAssocID="{AA305845-BEC9-406B-B310-7B00224ACACC}" presName="circleB" presStyleLbl="node1" presStyleIdx="1" presStyleCnt="5"/>
      <dgm:spPr/>
    </dgm:pt>
    <dgm:pt modelId="{36788302-FC68-4C79-9931-98DEFB4526BD}" type="pres">
      <dgm:prSet presAssocID="{AA305845-BEC9-406B-B310-7B00224ACACC}" presName="spaceB" presStyleCnt="0"/>
      <dgm:spPr/>
    </dgm:pt>
    <dgm:pt modelId="{5B8303C0-12F1-41CA-9186-EFF5BCD747B9}" type="pres">
      <dgm:prSet presAssocID="{44F1EBBC-E5C6-4467-ADBE-5821F93C9997}" presName="space" presStyleCnt="0"/>
      <dgm:spPr/>
    </dgm:pt>
    <dgm:pt modelId="{4174F6BB-4DF0-4FBA-AB75-0706B197197E}" type="pres">
      <dgm:prSet presAssocID="{0FE6D33A-4876-4E97-8B9F-710808C358D5}" presName="compositeA" presStyleCnt="0"/>
      <dgm:spPr/>
    </dgm:pt>
    <dgm:pt modelId="{C831E5E1-7C0C-4506-B3CE-E24C748A061C}" type="pres">
      <dgm:prSet presAssocID="{0FE6D33A-4876-4E97-8B9F-710808C358D5}" presName="textA" presStyleLbl="revTx" presStyleIdx="2" presStyleCnt="5">
        <dgm:presLayoutVars>
          <dgm:bulletEnabled val="1"/>
        </dgm:presLayoutVars>
      </dgm:prSet>
      <dgm:spPr/>
    </dgm:pt>
    <dgm:pt modelId="{BD200EB2-A4C9-43C0-9D39-7AC21B455DB4}" type="pres">
      <dgm:prSet presAssocID="{0FE6D33A-4876-4E97-8B9F-710808C358D5}" presName="circleA" presStyleLbl="node1" presStyleIdx="2" presStyleCnt="5"/>
      <dgm:spPr>
        <a:solidFill>
          <a:srgbClr val="FF0000"/>
        </a:solidFill>
      </dgm:spPr>
    </dgm:pt>
    <dgm:pt modelId="{0C5A1A8B-1810-4BFA-A00A-5180346BD5F8}" type="pres">
      <dgm:prSet presAssocID="{0FE6D33A-4876-4E97-8B9F-710808C358D5}" presName="spaceA" presStyleCnt="0"/>
      <dgm:spPr/>
    </dgm:pt>
    <dgm:pt modelId="{4E8C2FC0-0B22-4B52-BB46-E5F483215BDA}" type="pres">
      <dgm:prSet presAssocID="{83841E2D-66BC-4616-AB98-BD3DA4F61517}" presName="space" presStyleCnt="0"/>
      <dgm:spPr/>
    </dgm:pt>
    <dgm:pt modelId="{5FE27805-3EF2-4076-A685-C865C2367056}" type="pres">
      <dgm:prSet presAssocID="{E756CF1B-C16C-4032-A197-A302FFEB40A1}" presName="compositeB" presStyleCnt="0"/>
      <dgm:spPr/>
    </dgm:pt>
    <dgm:pt modelId="{BB0A8A16-6145-46CF-A189-7BFC723C46CC}" type="pres">
      <dgm:prSet presAssocID="{E756CF1B-C16C-4032-A197-A302FFEB40A1}" presName="textB" presStyleLbl="revTx" presStyleIdx="3" presStyleCnt="5">
        <dgm:presLayoutVars>
          <dgm:bulletEnabled val="1"/>
        </dgm:presLayoutVars>
      </dgm:prSet>
      <dgm:spPr/>
    </dgm:pt>
    <dgm:pt modelId="{71799C45-1BDA-43C0-BD92-909B03CDF7FF}" type="pres">
      <dgm:prSet presAssocID="{E756CF1B-C16C-4032-A197-A302FFEB40A1}" presName="circleB" presStyleLbl="node1" presStyleIdx="3" presStyleCnt="5"/>
      <dgm:spPr>
        <a:solidFill>
          <a:srgbClr val="FFFF00"/>
        </a:solidFill>
      </dgm:spPr>
    </dgm:pt>
    <dgm:pt modelId="{2032951A-5831-46D0-B924-1A50303B573B}" type="pres">
      <dgm:prSet presAssocID="{E756CF1B-C16C-4032-A197-A302FFEB40A1}" presName="spaceB" presStyleCnt="0"/>
      <dgm:spPr/>
    </dgm:pt>
    <dgm:pt modelId="{FE740595-37D0-4CDF-9CB3-BBD185D6D11F}" type="pres">
      <dgm:prSet presAssocID="{00BDF8A9-8B82-458D-A45E-9BD6206D5771}" presName="space" presStyleCnt="0"/>
      <dgm:spPr/>
    </dgm:pt>
    <dgm:pt modelId="{318856BD-A293-48A1-87AA-77FE14DE63C0}" type="pres">
      <dgm:prSet presAssocID="{315AEDE6-7DB6-4286-9C18-277D312DF78C}" presName="compositeA" presStyleCnt="0"/>
      <dgm:spPr/>
    </dgm:pt>
    <dgm:pt modelId="{EC8AE9C7-4ED0-45EC-89E1-A02691FBC107}" type="pres">
      <dgm:prSet presAssocID="{315AEDE6-7DB6-4286-9C18-277D312DF78C}" presName="textA" presStyleLbl="revTx" presStyleIdx="4" presStyleCnt="5">
        <dgm:presLayoutVars>
          <dgm:bulletEnabled val="1"/>
        </dgm:presLayoutVars>
      </dgm:prSet>
      <dgm:spPr/>
    </dgm:pt>
    <dgm:pt modelId="{710C9A33-3FA3-44DB-9A52-DFBD637E094C}" type="pres">
      <dgm:prSet presAssocID="{315AEDE6-7DB6-4286-9C18-277D312DF78C}" presName="circleA" presStyleLbl="node1" presStyleIdx="4" presStyleCnt="5"/>
      <dgm:spPr>
        <a:solidFill>
          <a:srgbClr val="7030A0"/>
        </a:solidFill>
      </dgm:spPr>
    </dgm:pt>
    <dgm:pt modelId="{992D5499-2B66-401C-937E-5B30BF40EF1C}" type="pres">
      <dgm:prSet presAssocID="{315AEDE6-7DB6-4286-9C18-277D312DF78C}" presName="spaceA" presStyleCnt="0"/>
      <dgm:spPr/>
    </dgm:pt>
  </dgm:ptLst>
  <dgm:cxnLst>
    <dgm:cxn modelId="{033C481F-E98F-420B-9BE5-4087C4630FDA}" srcId="{FCD89E38-31F5-4478-B465-87E7D27EBD10}" destId="{AA305845-BEC9-406B-B310-7B00224ACACC}" srcOrd="1" destOrd="0" parTransId="{F9FB91F9-C843-400D-8C01-BD72EE3F3AC2}" sibTransId="{44F1EBBC-E5C6-4467-ADBE-5821F93C9997}"/>
    <dgm:cxn modelId="{21258325-5B42-4E07-A334-AEF41C30B9B2}" srcId="{FCD89E38-31F5-4478-B465-87E7D27EBD10}" destId="{E756CF1B-C16C-4032-A197-A302FFEB40A1}" srcOrd="3" destOrd="0" parTransId="{9DD9413E-D3C2-474A-A07E-7AE44D766B44}" sibTransId="{00BDF8A9-8B82-458D-A45E-9BD6206D5771}"/>
    <dgm:cxn modelId="{C9243C37-9B2D-4536-AF79-9305C5F19D8D}" type="presOf" srcId="{0FE6D33A-4876-4E97-8B9F-710808C358D5}" destId="{C831E5E1-7C0C-4506-B3CE-E24C748A061C}" srcOrd="0" destOrd="0" presId="urn:microsoft.com/office/officeart/2005/8/layout/hProcess11"/>
    <dgm:cxn modelId="{E0969F43-EEEC-4EB4-B46D-E9E53E108DA7}" type="presOf" srcId="{E31F434A-FD20-4C71-A647-58ADFDD8B5DB}" destId="{96FFDC55-C6CC-409C-B349-D653CA7FDD37}" srcOrd="0" destOrd="0" presId="urn:microsoft.com/office/officeart/2005/8/layout/hProcess11"/>
    <dgm:cxn modelId="{3FC16656-E2F6-4CED-907D-3DA82982F836}" type="presOf" srcId="{E756CF1B-C16C-4032-A197-A302FFEB40A1}" destId="{BB0A8A16-6145-46CF-A189-7BFC723C46CC}" srcOrd="0" destOrd="0" presId="urn:microsoft.com/office/officeart/2005/8/layout/hProcess11"/>
    <dgm:cxn modelId="{71A05F86-DB90-4069-BE7A-8A6875C82CF3}" srcId="{FCD89E38-31F5-4478-B465-87E7D27EBD10}" destId="{E31F434A-FD20-4C71-A647-58ADFDD8B5DB}" srcOrd="0" destOrd="0" parTransId="{47C746CD-DE71-44A6-8247-B85B7537E3EA}" sibTransId="{E81F4AD3-AB0A-47E0-880B-BD2A32AD6724}"/>
    <dgm:cxn modelId="{3D03C398-2FAD-4E77-9FA9-EFE86252F69A}" type="presOf" srcId="{315AEDE6-7DB6-4286-9C18-277D312DF78C}" destId="{EC8AE9C7-4ED0-45EC-89E1-A02691FBC107}" srcOrd="0" destOrd="0" presId="urn:microsoft.com/office/officeart/2005/8/layout/hProcess11"/>
    <dgm:cxn modelId="{A80CE4C5-21F5-4701-AC43-3EFFFB761722}" type="presOf" srcId="{FCD89E38-31F5-4478-B465-87E7D27EBD10}" destId="{81155395-5850-4AAE-96DA-A41F2DF1D4BE}" srcOrd="0" destOrd="0" presId="urn:microsoft.com/office/officeart/2005/8/layout/hProcess11"/>
    <dgm:cxn modelId="{ACF575CB-27C0-4EF7-85FA-EEFE356E5396}" srcId="{FCD89E38-31F5-4478-B465-87E7D27EBD10}" destId="{0FE6D33A-4876-4E97-8B9F-710808C358D5}" srcOrd="2" destOrd="0" parTransId="{11716272-001C-4D99-8461-88629A6F0809}" sibTransId="{83841E2D-66BC-4616-AB98-BD3DA4F61517}"/>
    <dgm:cxn modelId="{A278EECD-413E-4A7A-9EAE-A959BD20CB8B}" type="presOf" srcId="{AA305845-BEC9-406B-B310-7B00224ACACC}" destId="{32152873-28E3-4F31-8017-699A1CAE2D3E}" srcOrd="0" destOrd="0" presId="urn:microsoft.com/office/officeart/2005/8/layout/hProcess11"/>
    <dgm:cxn modelId="{ABC0D6CF-F596-43B4-9A2A-2917D16C1582}" srcId="{FCD89E38-31F5-4478-B465-87E7D27EBD10}" destId="{315AEDE6-7DB6-4286-9C18-277D312DF78C}" srcOrd="4" destOrd="0" parTransId="{9AF99B95-F202-4817-9207-AF64369DD1F3}" sibTransId="{F380DF24-0969-4270-89E0-D4E189F1B602}"/>
    <dgm:cxn modelId="{7C437FA4-7C08-4445-AD0C-B3E8DF50C755}" type="presParOf" srcId="{81155395-5850-4AAE-96DA-A41F2DF1D4BE}" destId="{7B088972-6D19-4D0F-8A85-3605BAD549EB}" srcOrd="0" destOrd="0" presId="urn:microsoft.com/office/officeart/2005/8/layout/hProcess11"/>
    <dgm:cxn modelId="{2023E4BF-364A-4747-B82A-D7DD2C62BE9A}" type="presParOf" srcId="{81155395-5850-4AAE-96DA-A41F2DF1D4BE}" destId="{491964F5-5920-4CFD-9537-D4351A01A2EB}" srcOrd="1" destOrd="0" presId="urn:microsoft.com/office/officeart/2005/8/layout/hProcess11"/>
    <dgm:cxn modelId="{085ED112-4B0E-4CF8-9C26-52F353C65BC0}" type="presParOf" srcId="{491964F5-5920-4CFD-9537-D4351A01A2EB}" destId="{38F99C81-86B1-4AE7-B28C-44B8FEA67416}" srcOrd="0" destOrd="0" presId="urn:microsoft.com/office/officeart/2005/8/layout/hProcess11"/>
    <dgm:cxn modelId="{F8F8EDD9-128A-4E87-9F5F-3B215DBE2783}" type="presParOf" srcId="{38F99C81-86B1-4AE7-B28C-44B8FEA67416}" destId="{96FFDC55-C6CC-409C-B349-D653CA7FDD37}" srcOrd="0" destOrd="0" presId="urn:microsoft.com/office/officeart/2005/8/layout/hProcess11"/>
    <dgm:cxn modelId="{87AEEF4D-315E-4B59-A67F-4922F5252CC5}" type="presParOf" srcId="{38F99C81-86B1-4AE7-B28C-44B8FEA67416}" destId="{1A9E0D67-60D2-4851-BE6C-381E9E6132E3}" srcOrd="1" destOrd="0" presId="urn:microsoft.com/office/officeart/2005/8/layout/hProcess11"/>
    <dgm:cxn modelId="{6B26FB3B-3A01-420D-A822-573CB2FCF985}" type="presParOf" srcId="{38F99C81-86B1-4AE7-B28C-44B8FEA67416}" destId="{01FCFC40-5E8E-4A36-87B5-EA02F4496B68}" srcOrd="2" destOrd="0" presId="urn:microsoft.com/office/officeart/2005/8/layout/hProcess11"/>
    <dgm:cxn modelId="{976390FC-DA56-4098-B62F-2D8C40E34339}" type="presParOf" srcId="{491964F5-5920-4CFD-9537-D4351A01A2EB}" destId="{DC8772AB-37F1-4F73-8FE7-A507F7AC68A6}" srcOrd="1" destOrd="0" presId="urn:microsoft.com/office/officeart/2005/8/layout/hProcess11"/>
    <dgm:cxn modelId="{54EFEDCF-F165-43DD-BF97-66122E2C4FE1}" type="presParOf" srcId="{491964F5-5920-4CFD-9537-D4351A01A2EB}" destId="{2AAD9A66-82FC-4A75-8048-28F85B7D3C38}" srcOrd="2" destOrd="0" presId="urn:microsoft.com/office/officeart/2005/8/layout/hProcess11"/>
    <dgm:cxn modelId="{285BF581-AF3A-4A3A-864F-D185E077A394}" type="presParOf" srcId="{2AAD9A66-82FC-4A75-8048-28F85B7D3C38}" destId="{32152873-28E3-4F31-8017-699A1CAE2D3E}" srcOrd="0" destOrd="0" presId="urn:microsoft.com/office/officeart/2005/8/layout/hProcess11"/>
    <dgm:cxn modelId="{09DE8F0B-1192-4D1B-9B97-35A415941D6C}" type="presParOf" srcId="{2AAD9A66-82FC-4A75-8048-28F85B7D3C38}" destId="{3868A2F5-8673-4361-91E2-B4C02B1EA2F1}" srcOrd="1" destOrd="0" presId="urn:microsoft.com/office/officeart/2005/8/layout/hProcess11"/>
    <dgm:cxn modelId="{6F2E6610-BAC6-4252-88BE-5425F9C6E54B}" type="presParOf" srcId="{2AAD9A66-82FC-4A75-8048-28F85B7D3C38}" destId="{36788302-FC68-4C79-9931-98DEFB4526BD}" srcOrd="2" destOrd="0" presId="urn:microsoft.com/office/officeart/2005/8/layout/hProcess11"/>
    <dgm:cxn modelId="{962B7DFD-A38C-4082-AD57-BA990C2A745F}" type="presParOf" srcId="{491964F5-5920-4CFD-9537-D4351A01A2EB}" destId="{5B8303C0-12F1-41CA-9186-EFF5BCD747B9}" srcOrd="3" destOrd="0" presId="urn:microsoft.com/office/officeart/2005/8/layout/hProcess11"/>
    <dgm:cxn modelId="{6C18921F-A1D2-4596-A0FA-C7BEB3A06A39}" type="presParOf" srcId="{491964F5-5920-4CFD-9537-D4351A01A2EB}" destId="{4174F6BB-4DF0-4FBA-AB75-0706B197197E}" srcOrd="4" destOrd="0" presId="urn:microsoft.com/office/officeart/2005/8/layout/hProcess11"/>
    <dgm:cxn modelId="{789CD231-8916-4FBF-8380-C23407FB5DF0}" type="presParOf" srcId="{4174F6BB-4DF0-4FBA-AB75-0706B197197E}" destId="{C831E5E1-7C0C-4506-B3CE-E24C748A061C}" srcOrd="0" destOrd="0" presId="urn:microsoft.com/office/officeart/2005/8/layout/hProcess11"/>
    <dgm:cxn modelId="{B4671BE8-42E9-472A-8A98-04131EBFE463}" type="presParOf" srcId="{4174F6BB-4DF0-4FBA-AB75-0706B197197E}" destId="{BD200EB2-A4C9-43C0-9D39-7AC21B455DB4}" srcOrd="1" destOrd="0" presId="urn:microsoft.com/office/officeart/2005/8/layout/hProcess11"/>
    <dgm:cxn modelId="{A6A4A093-7AF6-482C-9289-56EE8450300D}" type="presParOf" srcId="{4174F6BB-4DF0-4FBA-AB75-0706B197197E}" destId="{0C5A1A8B-1810-4BFA-A00A-5180346BD5F8}" srcOrd="2" destOrd="0" presId="urn:microsoft.com/office/officeart/2005/8/layout/hProcess11"/>
    <dgm:cxn modelId="{A2B5C84D-E8EC-4899-A523-0DDC8326E64E}" type="presParOf" srcId="{491964F5-5920-4CFD-9537-D4351A01A2EB}" destId="{4E8C2FC0-0B22-4B52-BB46-E5F483215BDA}" srcOrd="5" destOrd="0" presId="urn:microsoft.com/office/officeart/2005/8/layout/hProcess11"/>
    <dgm:cxn modelId="{68319E04-419D-447F-B8B6-B134EDC4761D}" type="presParOf" srcId="{491964F5-5920-4CFD-9537-D4351A01A2EB}" destId="{5FE27805-3EF2-4076-A685-C865C2367056}" srcOrd="6" destOrd="0" presId="urn:microsoft.com/office/officeart/2005/8/layout/hProcess11"/>
    <dgm:cxn modelId="{AC55C4B1-ECB9-42E3-938E-2DC2B8EF2504}" type="presParOf" srcId="{5FE27805-3EF2-4076-A685-C865C2367056}" destId="{BB0A8A16-6145-46CF-A189-7BFC723C46CC}" srcOrd="0" destOrd="0" presId="urn:microsoft.com/office/officeart/2005/8/layout/hProcess11"/>
    <dgm:cxn modelId="{A3A15F10-2DF3-4821-8DBB-A49B8FA5A855}" type="presParOf" srcId="{5FE27805-3EF2-4076-A685-C865C2367056}" destId="{71799C45-1BDA-43C0-BD92-909B03CDF7FF}" srcOrd="1" destOrd="0" presId="urn:microsoft.com/office/officeart/2005/8/layout/hProcess11"/>
    <dgm:cxn modelId="{4182E723-BBFE-481E-B9CC-75CD5A8291FE}" type="presParOf" srcId="{5FE27805-3EF2-4076-A685-C865C2367056}" destId="{2032951A-5831-46D0-B924-1A50303B573B}" srcOrd="2" destOrd="0" presId="urn:microsoft.com/office/officeart/2005/8/layout/hProcess11"/>
    <dgm:cxn modelId="{FE96D4D4-A895-4E9A-A6BB-53977206EF76}" type="presParOf" srcId="{491964F5-5920-4CFD-9537-D4351A01A2EB}" destId="{FE740595-37D0-4CDF-9CB3-BBD185D6D11F}" srcOrd="7" destOrd="0" presId="urn:microsoft.com/office/officeart/2005/8/layout/hProcess11"/>
    <dgm:cxn modelId="{A7B3C564-F93E-43E4-89DC-30EED2D0948E}" type="presParOf" srcId="{491964F5-5920-4CFD-9537-D4351A01A2EB}" destId="{318856BD-A293-48A1-87AA-77FE14DE63C0}" srcOrd="8" destOrd="0" presId="urn:microsoft.com/office/officeart/2005/8/layout/hProcess11"/>
    <dgm:cxn modelId="{51A95A4B-3C8E-4FBB-9BA3-AC4898ED5DA8}" type="presParOf" srcId="{318856BD-A293-48A1-87AA-77FE14DE63C0}" destId="{EC8AE9C7-4ED0-45EC-89E1-A02691FBC107}" srcOrd="0" destOrd="0" presId="urn:microsoft.com/office/officeart/2005/8/layout/hProcess11"/>
    <dgm:cxn modelId="{C16AF82A-0CFB-43FC-BE1A-D907F3E30672}" type="presParOf" srcId="{318856BD-A293-48A1-87AA-77FE14DE63C0}" destId="{710C9A33-3FA3-44DB-9A52-DFBD637E094C}" srcOrd="1" destOrd="0" presId="urn:microsoft.com/office/officeart/2005/8/layout/hProcess11"/>
    <dgm:cxn modelId="{5B93B402-D9C0-4F3A-A970-73F7730A78CD}" type="presParOf" srcId="{318856BD-A293-48A1-87AA-77FE14DE63C0}" destId="{992D5499-2B66-401C-937E-5B30BF40EF1C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D717FEA-B94D-4E76-B192-77DF47A6195B}" type="doc">
      <dgm:prSet loTypeId="urn:microsoft.com/office/officeart/2005/8/layout/vList5" loCatId="list" qsTypeId="urn:microsoft.com/office/officeart/2005/8/quickstyle/simple3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9D02E19F-80F0-4A71-A01D-77ED1344455E}">
      <dgm:prSet/>
      <dgm:spPr/>
      <dgm:t>
        <a:bodyPr/>
        <a:lstStyle/>
        <a:p>
          <a:pPr rtl="0"/>
          <a:r>
            <a:rPr lang="en-US" dirty="0"/>
            <a:t>1 </a:t>
          </a:r>
          <a:r>
            <a:rPr lang="en-US" b="1" dirty="0"/>
            <a:t>Data Collection &amp; Annotation</a:t>
          </a:r>
          <a:endParaRPr lang="en-US" dirty="0"/>
        </a:p>
      </dgm:t>
    </dgm:pt>
    <dgm:pt modelId="{94B4816C-CF80-4A8B-A86F-49E866BA2735}" type="parTrans" cxnId="{1BBB53E1-D88A-47BF-BC89-A45724B19F74}">
      <dgm:prSet/>
      <dgm:spPr/>
      <dgm:t>
        <a:bodyPr/>
        <a:lstStyle/>
        <a:p>
          <a:endParaRPr lang="en-US"/>
        </a:p>
      </dgm:t>
    </dgm:pt>
    <dgm:pt modelId="{B64F1142-E283-41B6-8DC5-CAE5CC647F28}" type="sibTrans" cxnId="{1BBB53E1-D88A-47BF-BC89-A45724B19F74}">
      <dgm:prSet/>
      <dgm:spPr/>
      <dgm:t>
        <a:bodyPr/>
        <a:lstStyle/>
        <a:p>
          <a:endParaRPr lang="en-US"/>
        </a:p>
      </dgm:t>
    </dgm:pt>
    <dgm:pt modelId="{A3AF1B02-092E-473F-A790-5191CCDCD586}">
      <dgm:prSet/>
      <dgm:spPr/>
      <dgm:t>
        <a:bodyPr/>
        <a:lstStyle/>
        <a:p>
          <a:pPr rtl="0"/>
          <a:r>
            <a:rPr lang="en-US"/>
            <a:t>Gather sample lab reports (scanned/PDF/images).</a:t>
          </a:r>
        </a:p>
      </dgm:t>
    </dgm:pt>
    <dgm:pt modelId="{9CD50EE5-36F9-405F-855E-BFBB51355DF8}" type="parTrans" cxnId="{185EAB96-D708-4495-A94D-BFEE4EB33929}">
      <dgm:prSet/>
      <dgm:spPr/>
      <dgm:t>
        <a:bodyPr/>
        <a:lstStyle/>
        <a:p>
          <a:endParaRPr lang="en-US"/>
        </a:p>
      </dgm:t>
    </dgm:pt>
    <dgm:pt modelId="{B5CDA8EA-6973-412E-8741-DB232269D7C0}" type="sibTrans" cxnId="{185EAB96-D708-4495-A94D-BFEE4EB33929}">
      <dgm:prSet/>
      <dgm:spPr/>
      <dgm:t>
        <a:bodyPr/>
        <a:lstStyle/>
        <a:p>
          <a:endParaRPr lang="en-US"/>
        </a:p>
      </dgm:t>
    </dgm:pt>
    <dgm:pt modelId="{1FA2D643-782A-4BC9-B376-30C53FA76337}">
      <dgm:prSet/>
      <dgm:spPr/>
      <dgm:t>
        <a:bodyPr/>
        <a:lstStyle/>
        <a:p>
          <a:pPr rtl="0"/>
          <a:r>
            <a:rPr lang="en-US"/>
            <a:t>Label regions (Name, Age, Test Name, T3, T4, TSH) using LabelImg.</a:t>
          </a:r>
        </a:p>
      </dgm:t>
    </dgm:pt>
    <dgm:pt modelId="{E113105D-F120-4E24-9BBA-FAFD7C833786}" type="parTrans" cxnId="{B5921E2D-1C9B-40F1-8F84-51D121EAA0C5}">
      <dgm:prSet/>
      <dgm:spPr/>
      <dgm:t>
        <a:bodyPr/>
        <a:lstStyle/>
        <a:p>
          <a:endParaRPr lang="en-US"/>
        </a:p>
      </dgm:t>
    </dgm:pt>
    <dgm:pt modelId="{12A95786-0354-4027-8D88-55FA270B7EB7}" type="sibTrans" cxnId="{B5921E2D-1C9B-40F1-8F84-51D121EAA0C5}">
      <dgm:prSet/>
      <dgm:spPr/>
      <dgm:t>
        <a:bodyPr/>
        <a:lstStyle/>
        <a:p>
          <a:endParaRPr lang="en-US"/>
        </a:p>
      </dgm:t>
    </dgm:pt>
    <dgm:pt modelId="{DE8B1761-1D2A-4CD2-B1F6-51375BA6162A}">
      <dgm:prSet/>
      <dgm:spPr/>
      <dgm:t>
        <a:bodyPr/>
        <a:lstStyle/>
        <a:p>
          <a:pPr rtl="0"/>
          <a:r>
            <a:rPr lang="en-US" dirty="0"/>
            <a:t>2 </a:t>
          </a:r>
          <a:r>
            <a:rPr lang="en-US" b="1" dirty="0"/>
            <a:t>YOLOv3 Model Training</a:t>
          </a:r>
          <a:endParaRPr lang="en-US" dirty="0"/>
        </a:p>
      </dgm:t>
    </dgm:pt>
    <dgm:pt modelId="{7A8FF934-1181-4021-8009-A55ACDEF89D8}" type="parTrans" cxnId="{ADA3FE25-8037-4B53-8A01-DECE8BE56BE7}">
      <dgm:prSet/>
      <dgm:spPr/>
      <dgm:t>
        <a:bodyPr/>
        <a:lstStyle/>
        <a:p>
          <a:endParaRPr lang="en-US"/>
        </a:p>
      </dgm:t>
    </dgm:pt>
    <dgm:pt modelId="{70452318-B0A7-427D-84D2-1C1136A485E0}" type="sibTrans" cxnId="{ADA3FE25-8037-4B53-8A01-DECE8BE56BE7}">
      <dgm:prSet/>
      <dgm:spPr/>
      <dgm:t>
        <a:bodyPr/>
        <a:lstStyle/>
        <a:p>
          <a:endParaRPr lang="en-US"/>
        </a:p>
      </dgm:t>
    </dgm:pt>
    <dgm:pt modelId="{BF0FB7DB-5927-4ED7-838F-2E18DC7EDEAB}">
      <dgm:prSet/>
      <dgm:spPr/>
      <dgm:t>
        <a:bodyPr/>
        <a:lstStyle/>
        <a:p>
          <a:pPr rtl="0"/>
          <a:r>
            <a:rPr lang="en-US"/>
            <a:t>Train on labeled data for object detection.</a:t>
          </a:r>
        </a:p>
      </dgm:t>
    </dgm:pt>
    <dgm:pt modelId="{2E5718AF-31C6-498A-A32D-134665B1C563}" type="parTrans" cxnId="{BEBBDED5-02EB-457B-800B-128BB44C01B1}">
      <dgm:prSet/>
      <dgm:spPr/>
      <dgm:t>
        <a:bodyPr/>
        <a:lstStyle/>
        <a:p>
          <a:endParaRPr lang="en-US"/>
        </a:p>
      </dgm:t>
    </dgm:pt>
    <dgm:pt modelId="{D8CC9775-5D98-496E-86FA-49B303B8A7D1}" type="sibTrans" cxnId="{BEBBDED5-02EB-457B-800B-128BB44C01B1}">
      <dgm:prSet/>
      <dgm:spPr/>
      <dgm:t>
        <a:bodyPr/>
        <a:lstStyle/>
        <a:p>
          <a:endParaRPr lang="en-US"/>
        </a:p>
      </dgm:t>
    </dgm:pt>
    <dgm:pt modelId="{601A2980-CE59-4468-803F-D513534BA044}">
      <dgm:prSet/>
      <dgm:spPr/>
      <dgm:t>
        <a:bodyPr/>
        <a:lstStyle/>
        <a:p>
          <a:pPr rtl="0"/>
          <a:r>
            <a:rPr lang="en-US" dirty="0"/>
            <a:t>Output: bounding boxes around text regions.</a:t>
          </a:r>
        </a:p>
      </dgm:t>
    </dgm:pt>
    <dgm:pt modelId="{53E2DD41-69B5-4E0B-B019-73AE038A4AE8}" type="parTrans" cxnId="{E5450760-533B-4FFB-A702-AD9ADDBEBD84}">
      <dgm:prSet/>
      <dgm:spPr/>
      <dgm:t>
        <a:bodyPr/>
        <a:lstStyle/>
        <a:p>
          <a:endParaRPr lang="en-US"/>
        </a:p>
      </dgm:t>
    </dgm:pt>
    <dgm:pt modelId="{03982E4C-7E12-4BE4-97D9-E92BB9760383}" type="sibTrans" cxnId="{E5450760-533B-4FFB-A702-AD9ADDBEBD84}">
      <dgm:prSet/>
      <dgm:spPr/>
      <dgm:t>
        <a:bodyPr/>
        <a:lstStyle/>
        <a:p>
          <a:endParaRPr lang="en-US"/>
        </a:p>
      </dgm:t>
    </dgm:pt>
    <dgm:pt modelId="{B79C2462-9121-484D-8DD8-90E1B94515DD}">
      <dgm:prSet/>
      <dgm:spPr/>
      <dgm:t>
        <a:bodyPr/>
        <a:lstStyle/>
        <a:p>
          <a:pPr rtl="0"/>
          <a:r>
            <a:rPr lang="en-US" dirty="0"/>
            <a:t>3 </a:t>
          </a:r>
          <a:r>
            <a:rPr lang="en-US" b="1" dirty="0"/>
            <a:t>Region Extraction</a:t>
          </a:r>
          <a:endParaRPr lang="en-US" dirty="0"/>
        </a:p>
      </dgm:t>
    </dgm:pt>
    <dgm:pt modelId="{EE16A5AE-F3C4-4C53-A048-2D5550F16803}" type="parTrans" cxnId="{CDFD6266-B802-458A-A698-F89BF4E05B76}">
      <dgm:prSet/>
      <dgm:spPr/>
      <dgm:t>
        <a:bodyPr/>
        <a:lstStyle/>
        <a:p>
          <a:endParaRPr lang="en-US"/>
        </a:p>
      </dgm:t>
    </dgm:pt>
    <dgm:pt modelId="{2F28CF25-7CB4-4806-9F0F-66B39B8D8138}" type="sibTrans" cxnId="{CDFD6266-B802-458A-A698-F89BF4E05B76}">
      <dgm:prSet/>
      <dgm:spPr/>
      <dgm:t>
        <a:bodyPr/>
        <a:lstStyle/>
        <a:p>
          <a:endParaRPr lang="en-US"/>
        </a:p>
      </dgm:t>
    </dgm:pt>
    <dgm:pt modelId="{A250BCB4-8042-4711-82C9-A623C3B74C7E}">
      <dgm:prSet/>
      <dgm:spPr/>
      <dgm:t>
        <a:bodyPr/>
        <a:lstStyle/>
        <a:p>
          <a:pPr rtl="0"/>
          <a:r>
            <a:rPr lang="en-US"/>
            <a:t>Crop detected areas using YOLO bounding box coordinates.</a:t>
          </a:r>
        </a:p>
      </dgm:t>
    </dgm:pt>
    <dgm:pt modelId="{21141581-F399-4E28-B4EE-B98D1592C5B2}" type="parTrans" cxnId="{FE40DAB3-1101-4C84-82E8-D952D8602CB8}">
      <dgm:prSet/>
      <dgm:spPr/>
      <dgm:t>
        <a:bodyPr/>
        <a:lstStyle/>
        <a:p>
          <a:endParaRPr lang="en-US"/>
        </a:p>
      </dgm:t>
    </dgm:pt>
    <dgm:pt modelId="{81EB301D-5C95-4F2D-A531-70DD6EAE7ACE}" type="sibTrans" cxnId="{FE40DAB3-1101-4C84-82E8-D952D8602CB8}">
      <dgm:prSet/>
      <dgm:spPr/>
      <dgm:t>
        <a:bodyPr/>
        <a:lstStyle/>
        <a:p>
          <a:endParaRPr lang="en-US"/>
        </a:p>
      </dgm:t>
    </dgm:pt>
    <dgm:pt modelId="{6DCBDAC2-8BD0-4245-91F4-50535B13D7CA}">
      <dgm:prSet/>
      <dgm:spPr/>
      <dgm:t>
        <a:bodyPr/>
        <a:lstStyle/>
        <a:p>
          <a:pPr rtl="0"/>
          <a:r>
            <a:rPr lang="en-US" dirty="0"/>
            <a:t>4 </a:t>
          </a:r>
          <a:r>
            <a:rPr lang="en-US" b="1" dirty="0"/>
            <a:t>Text Recognition (</a:t>
          </a:r>
          <a:r>
            <a:rPr lang="en-US" b="1" dirty="0" err="1"/>
            <a:t>Tesseract</a:t>
          </a:r>
          <a:r>
            <a:rPr lang="en-US" b="1" dirty="0"/>
            <a:t> OCR)</a:t>
          </a:r>
          <a:endParaRPr lang="en-US" dirty="0"/>
        </a:p>
      </dgm:t>
    </dgm:pt>
    <dgm:pt modelId="{9AD9991D-64BC-47FE-8F03-14F634662ACD}" type="parTrans" cxnId="{15FBBA87-F8D6-48F4-A980-A8234E628929}">
      <dgm:prSet/>
      <dgm:spPr/>
      <dgm:t>
        <a:bodyPr/>
        <a:lstStyle/>
        <a:p>
          <a:endParaRPr lang="en-US"/>
        </a:p>
      </dgm:t>
    </dgm:pt>
    <dgm:pt modelId="{114E6626-35EE-4E53-A8F9-9C6F7927E3BA}" type="sibTrans" cxnId="{15FBBA87-F8D6-48F4-A980-A8234E628929}">
      <dgm:prSet/>
      <dgm:spPr/>
      <dgm:t>
        <a:bodyPr/>
        <a:lstStyle/>
        <a:p>
          <a:endParaRPr lang="en-US"/>
        </a:p>
      </dgm:t>
    </dgm:pt>
    <dgm:pt modelId="{FA545392-819C-4177-9828-6B1FF29D75ED}">
      <dgm:prSet/>
      <dgm:spPr/>
      <dgm:t>
        <a:bodyPr/>
        <a:lstStyle/>
        <a:p>
          <a:pPr rtl="0"/>
          <a:r>
            <a:rPr lang="en-US"/>
            <a:t>Extract text from cropped regions.</a:t>
          </a:r>
        </a:p>
      </dgm:t>
    </dgm:pt>
    <dgm:pt modelId="{2F8437D2-5016-4DBA-9499-B79865944A89}" type="parTrans" cxnId="{2C67D29D-A88B-44A6-BBD1-B2E8D0B71D9E}">
      <dgm:prSet/>
      <dgm:spPr/>
      <dgm:t>
        <a:bodyPr/>
        <a:lstStyle/>
        <a:p>
          <a:endParaRPr lang="en-US"/>
        </a:p>
      </dgm:t>
    </dgm:pt>
    <dgm:pt modelId="{25852AB7-A3A8-41A5-BAA9-61300FFAD1CC}" type="sibTrans" cxnId="{2C67D29D-A88B-44A6-BBD1-B2E8D0B71D9E}">
      <dgm:prSet/>
      <dgm:spPr/>
      <dgm:t>
        <a:bodyPr/>
        <a:lstStyle/>
        <a:p>
          <a:endParaRPr lang="en-US"/>
        </a:p>
      </dgm:t>
    </dgm:pt>
    <dgm:pt modelId="{6DC687E1-145B-4169-AFC9-ECCA9B6EBA04}">
      <dgm:prSet/>
      <dgm:spPr/>
      <dgm:t>
        <a:bodyPr/>
        <a:lstStyle/>
        <a:p>
          <a:pPr rtl="0"/>
          <a:r>
            <a:rPr lang="en-US"/>
            <a:t>Apply preprocessing: grayscale, thresholding, denoising.</a:t>
          </a:r>
        </a:p>
      </dgm:t>
    </dgm:pt>
    <dgm:pt modelId="{D86D879D-9DAE-4066-BB5B-543EBEC4FD8F}" type="parTrans" cxnId="{EE86BC17-FDB7-4646-BE09-76DDAC5DA602}">
      <dgm:prSet/>
      <dgm:spPr/>
      <dgm:t>
        <a:bodyPr/>
        <a:lstStyle/>
        <a:p>
          <a:endParaRPr lang="en-US"/>
        </a:p>
      </dgm:t>
    </dgm:pt>
    <dgm:pt modelId="{E969C78B-84E7-4B91-B5B7-9679A0921D66}" type="sibTrans" cxnId="{EE86BC17-FDB7-4646-BE09-76DDAC5DA602}">
      <dgm:prSet/>
      <dgm:spPr/>
      <dgm:t>
        <a:bodyPr/>
        <a:lstStyle/>
        <a:p>
          <a:endParaRPr lang="en-US"/>
        </a:p>
      </dgm:t>
    </dgm:pt>
    <dgm:pt modelId="{9E068E0A-BA33-413C-A17A-175310C7311D}">
      <dgm:prSet/>
      <dgm:spPr/>
      <dgm:t>
        <a:bodyPr/>
        <a:lstStyle/>
        <a:p>
          <a:pPr rtl="0"/>
          <a:r>
            <a:rPr lang="en-US" dirty="0"/>
            <a:t>5 </a:t>
          </a:r>
          <a:r>
            <a:rPr lang="en-US" b="1" dirty="0"/>
            <a:t>Post-Processing &amp; Data Structuring</a:t>
          </a:r>
          <a:endParaRPr lang="en-US" dirty="0"/>
        </a:p>
      </dgm:t>
    </dgm:pt>
    <dgm:pt modelId="{C634613B-9F42-4769-9A48-C6A4723674F3}" type="parTrans" cxnId="{F318445C-8CE5-4C9D-8713-928B4A6CE16A}">
      <dgm:prSet/>
      <dgm:spPr/>
      <dgm:t>
        <a:bodyPr/>
        <a:lstStyle/>
        <a:p>
          <a:endParaRPr lang="en-US"/>
        </a:p>
      </dgm:t>
    </dgm:pt>
    <dgm:pt modelId="{C4F83FD2-82E2-4F8D-A39C-B6C461D1C50A}" type="sibTrans" cxnId="{F318445C-8CE5-4C9D-8713-928B4A6CE16A}">
      <dgm:prSet/>
      <dgm:spPr/>
      <dgm:t>
        <a:bodyPr/>
        <a:lstStyle/>
        <a:p>
          <a:endParaRPr lang="en-US"/>
        </a:p>
      </dgm:t>
    </dgm:pt>
    <dgm:pt modelId="{5D0AC61D-40A5-45E4-ACA2-C30E45E3561F}">
      <dgm:prSet/>
      <dgm:spPr/>
      <dgm:t>
        <a:bodyPr/>
        <a:lstStyle/>
        <a:p>
          <a:pPr rtl="0"/>
          <a:r>
            <a:rPr lang="en-US"/>
            <a:t>Clean text, map to fields (Patient Name, Test Name, etc.).</a:t>
          </a:r>
        </a:p>
      </dgm:t>
    </dgm:pt>
    <dgm:pt modelId="{F99F5772-6F96-4D62-BA9A-835590559331}" type="parTrans" cxnId="{44DA3F62-0F71-40F2-946B-CB1CAB98C2B6}">
      <dgm:prSet/>
      <dgm:spPr/>
      <dgm:t>
        <a:bodyPr/>
        <a:lstStyle/>
        <a:p>
          <a:endParaRPr lang="en-US"/>
        </a:p>
      </dgm:t>
    </dgm:pt>
    <dgm:pt modelId="{F3CC4566-200A-48EB-965E-6E815B4BEC16}" type="sibTrans" cxnId="{44DA3F62-0F71-40F2-946B-CB1CAB98C2B6}">
      <dgm:prSet/>
      <dgm:spPr/>
      <dgm:t>
        <a:bodyPr/>
        <a:lstStyle/>
        <a:p>
          <a:endParaRPr lang="en-US"/>
        </a:p>
      </dgm:t>
    </dgm:pt>
    <dgm:pt modelId="{D4CD4B0C-C403-4CA6-B79C-AB5E2499030D}">
      <dgm:prSet/>
      <dgm:spPr/>
      <dgm:t>
        <a:bodyPr/>
        <a:lstStyle/>
        <a:p>
          <a:pPr rtl="0"/>
          <a:r>
            <a:rPr lang="en-US"/>
            <a:t>Store structured info in JSON/CSV.</a:t>
          </a:r>
        </a:p>
      </dgm:t>
    </dgm:pt>
    <dgm:pt modelId="{665DBC14-79CC-4440-9DED-F1A9EC3214CD}" type="parTrans" cxnId="{CDA2945A-88EF-4E14-AC51-8406813CE96F}">
      <dgm:prSet/>
      <dgm:spPr/>
      <dgm:t>
        <a:bodyPr/>
        <a:lstStyle/>
        <a:p>
          <a:endParaRPr lang="en-US"/>
        </a:p>
      </dgm:t>
    </dgm:pt>
    <dgm:pt modelId="{99A10993-EC1D-48A2-A692-D7990DFEE31C}" type="sibTrans" cxnId="{CDA2945A-88EF-4E14-AC51-8406813CE96F}">
      <dgm:prSet/>
      <dgm:spPr/>
      <dgm:t>
        <a:bodyPr/>
        <a:lstStyle/>
        <a:p>
          <a:endParaRPr lang="en-US"/>
        </a:p>
      </dgm:t>
    </dgm:pt>
    <dgm:pt modelId="{393267EB-A2ED-4FB4-97F9-A789664506FD}">
      <dgm:prSet/>
      <dgm:spPr/>
      <dgm:t>
        <a:bodyPr/>
        <a:lstStyle/>
        <a:p>
          <a:pPr rtl="0"/>
          <a:r>
            <a:rPr lang="en-US" dirty="0"/>
            <a:t>6 </a:t>
          </a:r>
          <a:r>
            <a:rPr lang="en-US" b="1" dirty="0"/>
            <a:t>Report Generation &amp; Deployment</a:t>
          </a:r>
          <a:endParaRPr lang="en-US" dirty="0"/>
        </a:p>
      </dgm:t>
    </dgm:pt>
    <dgm:pt modelId="{8768A64C-B140-4751-A178-89D9BF65F258}" type="parTrans" cxnId="{1FEBC7D9-09F0-4056-9D20-222C634AE59B}">
      <dgm:prSet/>
      <dgm:spPr/>
      <dgm:t>
        <a:bodyPr/>
        <a:lstStyle/>
        <a:p>
          <a:endParaRPr lang="en-US"/>
        </a:p>
      </dgm:t>
    </dgm:pt>
    <dgm:pt modelId="{C8204C92-4416-4688-B220-D823514A3A7A}" type="sibTrans" cxnId="{1FEBC7D9-09F0-4056-9D20-222C634AE59B}">
      <dgm:prSet/>
      <dgm:spPr/>
      <dgm:t>
        <a:bodyPr/>
        <a:lstStyle/>
        <a:p>
          <a:endParaRPr lang="en-US"/>
        </a:p>
      </dgm:t>
    </dgm:pt>
    <dgm:pt modelId="{A21682D4-97DB-4E22-AB40-E050FFCA63D1}">
      <dgm:prSet/>
      <dgm:spPr/>
      <dgm:t>
        <a:bodyPr/>
        <a:lstStyle/>
        <a:p>
          <a:pPr rtl="0"/>
          <a:r>
            <a:rPr lang="en-US"/>
            <a:t>Generate downloadable PDF reports.</a:t>
          </a:r>
        </a:p>
      </dgm:t>
    </dgm:pt>
    <dgm:pt modelId="{AB31A4AD-7B3B-44CE-956B-AC51DC3AE4DE}" type="parTrans" cxnId="{D7A389F5-B62D-4DC0-82C8-339C651975FE}">
      <dgm:prSet/>
      <dgm:spPr/>
      <dgm:t>
        <a:bodyPr/>
        <a:lstStyle/>
        <a:p>
          <a:endParaRPr lang="en-US"/>
        </a:p>
      </dgm:t>
    </dgm:pt>
    <dgm:pt modelId="{9E39BBAD-D2CF-4F16-9318-4320A26032E4}" type="sibTrans" cxnId="{D7A389F5-B62D-4DC0-82C8-339C651975FE}">
      <dgm:prSet/>
      <dgm:spPr/>
      <dgm:t>
        <a:bodyPr/>
        <a:lstStyle/>
        <a:p>
          <a:endParaRPr lang="en-US"/>
        </a:p>
      </dgm:t>
    </dgm:pt>
    <dgm:pt modelId="{7B0056EC-412A-4C36-8543-7B98C0529599}">
      <dgm:prSet/>
      <dgm:spPr/>
      <dgm:t>
        <a:bodyPr/>
        <a:lstStyle/>
        <a:p>
          <a:pPr rtl="0"/>
          <a:r>
            <a:rPr lang="en-US" dirty="0"/>
            <a:t>Deploy app using </a:t>
          </a:r>
          <a:r>
            <a:rPr lang="en-US" b="1" dirty="0" err="1"/>
            <a:t>Streamlit</a:t>
          </a:r>
          <a:r>
            <a:rPr lang="en-US" dirty="0"/>
            <a:t> for real-time use.</a:t>
          </a:r>
        </a:p>
      </dgm:t>
    </dgm:pt>
    <dgm:pt modelId="{B03C3F59-4359-4EA1-ACE4-D672A375E4EF}" type="parTrans" cxnId="{F844E992-A4D5-4A9B-BF6E-1941129F8A3D}">
      <dgm:prSet/>
      <dgm:spPr/>
      <dgm:t>
        <a:bodyPr/>
        <a:lstStyle/>
        <a:p>
          <a:endParaRPr lang="en-US"/>
        </a:p>
      </dgm:t>
    </dgm:pt>
    <dgm:pt modelId="{FBDD9FEA-8959-4E54-81CF-AF4AE31A2782}" type="sibTrans" cxnId="{F844E992-A4D5-4A9B-BF6E-1941129F8A3D}">
      <dgm:prSet/>
      <dgm:spPr/>
      <dgm:t>
        <a:bodyPr/>
        <a:lstStyle/>
        <a:p>
          <a:endParaRPr lang="en-US"/>
        </a:p>
      </dgm:t>
    </dgm:pt>
    <dgm:pt modelId="{F62D927A-FBC9-42F6-87DC-291FB00DEAB5}">
      <dgm:prSet/>
      <dgm:spPr/>
      <dgm:t>
        <a:bodyPr/>
        <a:lstStyle/>
        <a:p>
          <a:pPr rtl="0"/>
          <a:endParaRPr lang="en-US" dirty="0"/>
        </a:p>
      </dgm:t>
    </dgm:pt>
    <dgm:pt modelId="{EF0CF0EB-DB2A-4A8E-A95F-C1FF3D8E27DE}" type="sibTrans" cxnId="{08873278-9185-4341-B251-AEB44B97ACC3}">
      <dgm:prSet/>
      <dgm:spPr/>
      <dgm:t>
        <a:bodyPr/>
        <a:lstStyle/>
        <a:p>
          <a:endParaRPr lang="en-US"/>
        </a:p>
      </dgm:t>
    </dgm:pt>
    <dgm:pt modelId="{0BF3C476-3E2C-4C1D-B12C-235333FDD204}" type="parTrans" cxnId="{08873278-9185-4341-B251-AEB44B97ACC3}">
      <dgm:prSet/>
      <dgm:spPr/>
      <dgm:t>
        <a:bodyPr/>
        <a:lstStyle/>
        <a:p>
          <a:endParaRPr lang="en-US"/>
        </a:p>
      </dgm:t>
    </dgm:pt>
    <dgm:pt modelId="{7D60FD1A-15CB-41BE-9ECB-AB0C4A299E74}">
      <dgm:prSet/>
      <dgm:spPr/>
      <dgm:t>
        <a:bodyPr/>
        <a:lstStyle/>
        <a:p>
          <a:pPr rtl="0"/>
          <a:endParaRPr lang="en-US" dirty="0"/>
        </a:p>
      </dgm:t>
    </dgm:pt>
    <dgm:pt modelId="{AE726AEE-E7B9-4BA5-B079-F795F5E0BFB0}" type="sibTrans" cxnId="{8208CBD7-7DB2-4E04-9EEE-E93043988E0B}">
      <dgm:prSet/>
      <dgm:spPr/>
      <dgm:t>
        <a:bodyPr/>
        <a:lstStyle/>
        <a:p>
          <a:endParaRPr lang="en-US"/>
        </a:p>
      </dgm:t>
    </dgm:pt>
    <dgm:pt modelId="{875D5D3A-A154-4277-B304-D222F99BC418}" type="parTrans" cxnId="{8208CBD7-7DB2-4E04-9EEE-E93043988E0B}">
      <dgm:prSet/>
      <dgm:spPr/>
      <dgm:t>
        <a:bodyPr/>
        <a:lstStyle/>
        <a:p>
          <a:endParaRPr lang="en-US"/>
        </a:p>
      </dgm:t>
    </dgm:pt>
    <dgm:pt modelId="{DA6E269B-B41A-42A9-95CA-2FF076787178}">
      <dgm:prSet/>
      <dgm:spPr/>
      <dgm:t>
        <a:bodyPr/>
        <a:lstStyle/>
        <a:p>
          <a:pPr rtl="0"/>
          <a:endParaRPr lang="en-US" dirty="0"/>
        </a:p>
      </dgm:t>
    </dgm:pt>
    <dgm:pt modelId="{F3213D3E-1828-4F0A-AAB6-6272E0B63C43}" type="sibTrans" cxnId="{FBCD14E1-5C37-41B7-B027-45E69D9C32CA}">
      <dgm:prSet/>
      <dgm:spPr/>
      <dgm:t>
        <a:bodyPr/>
        <a:lstStyle/>
        <a:p>
          <a:endParaRPr lang="en-US"/>
        </a:p>
      </dgm:t>
    </dgm:pt>
    <dgm:pt modelId="{49DC0F09-7D3A-46C6-A6D5-03F5F2722383}" type="parTrans" cxnId="{FBCD14E1-5C37-41B7-B027-45E69D9C32CA}">
      <dgm:prSet/>
      <dgm:spPr/>
      <dgm:t>
        <a:bodyPr/>
        <a:lstStyle/>
        <a:p>
          <a:endParaRPr lang="en-US"/>
        </a:p>
      </dgm:t>
    </dgm:pt>
    <dgm:pt modelId="{6671F3A7-D66E-438C-9174-D8E7B3CC4D02}">
      <dgm:prSet/>
      <dgm:spPr/>
      <dgm:t>
        <a:bodyPr/>
        <a:lstStyle/>
        <a:p>
          <a:pPr rtl="0"/>
          <a:endParaRPr lang="en-US" dirty="0"/>
        </a:p>
      </dgm:t>
    </dgm:pt>
    <dgm:pt modelId="{5DEB5B39-F037-4F7E-82DD-DFA3FFEC1FF1}" type="sibTrans" cxnId="{2F09707F-FFB4-43E5-8311-C7042DA7E2D1}">
      <dgm:prSet/>
      <dgm:spPr/>
      <dgm:t>
        <a:bodyPr/>
        <a:lstStyle/>
        <a:p>
          <a:endParaRPr lang="en-US"/>
        </a:p>
      </dgm:t>
    </dgm:pt>
    <dgm:pt modelId="{586CB255-A4E3-46BB-8BCB-704ADEFD2DBE}" type="parTrans" cxnId="{2F09707F-FFB4-43E5-8311-C7042DA7E2D1}">
      <dgm:prSet/>
      <dgm:spPr/>
      <dgm:t>
        <a:bodyPr/>
        <a:lstStyle/>
        <a:p>
          <a:endParaRPr lang="en-US"/>
        </a:p>
      </dgm:t>
    </dgm:pt>
    <dgm:pt modelId="{80AC7BCB-5C18-4F48-B2A3-7C094F149588}">
      <dgm:prSet/>
      <dgm:spPr/>
      <dgm:t>
        <a:bodyPr/>
        <a:lstStyle/>
        <a:p>
          <a:pPr rtl="0"/>
          <a:endParaRPr lang="en-US" dirty="0"/>
        </a:p>
      </dgm:t>
    </dgm:pt>
    <dgm:pt modelId="{63305AB3-AEED-4B77-8481-5FB80AF74A07}" type="sibTrans" cxnId="{45054DD5-D7D2-4945-8850-CF00D4FA9109}">
      <dgm:prSet/>
      <dgm:spPr/>
      <dgm:t>
        <a:bodyPr/>
        <a:lstStyle/>
        <a:p>
          <a:endParaRPr lang="en-US"/>
        </a:p>
      </dgm:t>
    </dgm:pt>
    <dgm:pt modelId="{06FBCE83-D3E4-4A58-BEC6-F4238F1B5771}" type="parTrans" cxnId="{45054DD5-D7D2-4945-8850-CF00D4FA9109}">
      <dgm:prSet/>
      <dgm:spPr/>
      <dgm:t>
        <a:bodyPr/>
        <a:lstStyle/>
        <a:p>
          <a:endParaRPr lang="en-US"/>
        </a:p>
      </dgm:t>
    </dgm:pt>
    <dgm:pt modelId="{4C0E2128-6118-458D-8D86-8FEF168AC22E}" type="pres">
      <dgm:prSet presAssocID="{9D717FEA-B94D-4E76-B192-77DF47A6195B}" presName="Name0" presStyleCnt="0">
        <dgm:presLayoutVars>
          <dgm:dir/>
          <dgm:animLvl val="lvl"/>
          <dgm:resizeHandles val="exact"/>
        </dgm:presLayoutVars>
      </dgm:prSet>
      <dgm:spPr/>
    </dgm:pt>
    <dgm:pt modelId="{AE5AB654-7F38-4695-A8C5-AC36C32925EA}" type="pres">
      <dgm:prSet presAssocID="{9D02E19F-80F0-4A71-A01D-77ED1344455E}" presName="linNode" presStyleCnt="0"/>
      <dgm:spPr/>
    </dgm:pt>
    <dgm:pt modelId="{DE2619BA-EDBC-44E6-BD73-93B580F2CD3F}" type="pres">
      <dgm:prSet presAssocID="{9D02E19F-80F0-4A71-A01D-77ED1344455E}" presName="parentText" presStyleLbl="node1" presStyleIdx="0" presStyleCnt="22">
        <dgm:presLayoutVars>
          <dgm:chMax val="1"/>
          <dgm:bulletEnabled val="1"/>
        </dgm:presLayoutVars>
      </dgm:prSet>
      <dgm:spPr/>
    </dgm:pt>
    <dgm:pt modelId="{BD320783-AC69-4A71-A353-6C5A6DEA5BA1}" type="pres">
      <dgm:prSet presAssocID="{B64F1142-E283-41B6-8DC5-CAE5CC647F28}" presName="sp" presStyleCnt="0"/>
      <dgm:spPr/>
    </dgm:pt>
    <dgm:pt modelId="{A9067E59-FD3D-40FA-91BD-9D6703B26FCB}" type="pres">
      <dgm:prSet presAssocID="{A3AF1B02-092E-473F-A790-5191CCDCD586}" presName="linNode" presStyleCnt="0"/>
      <dgm:spPr/>
    </dgm:pt>
    <dgm:pt modelId="{A99BCBA2-0B5C-4472-A341-4DB97511801E}" type="pres">
      <dgm:prSet presAssocID="{A3AF1B02-092E-473F-A790-5191CCDCD586}" presName="parentText" presStyleLbl="node1" presStyleIdx="1" presStyleCnt="22">
        <dgm:presLayoutVars>
          <dgm:chMax val="1"/>
          <dgm:bulletEnabled val="1"/>
        </dgm:presLayoutVars>
      </dgm:prSet>
      <dgm:spPr/>
    </dgm:pt>
    <dgm:pt modelId="{C10FCB8C-DC62-499F-8386-F9EE9819C960}" type="pres">
      <dgm:prSet presAssocID="{B5CDA8EA-6973-412E-8741-DB232269D7C0}" presName="sp" presStyleCnt="0"/>
      <dgm:spPr/>
    </dgm:pt>
    <dgm:pt modelId="{81A41F7F-4570-459C-915B-C2112F06531B}" type="pres">
      <dgm:prSet presAssocID="{1FA2D643-782A-4BC9-B376-30C53FA76337}" presName="linNode" presStyleCnt="0"/>
      <dgm:spPr/>
    </dgm:pt>
    <dgm:pt modelId="{828763CD-90B7-4C89-8F31-193A4E665F86}" type="pres">
      <dgm:prSet presAssocID="{1FA2D643-782A-4BC9-B376-30C53FA76337}" presName="parentText" presStyleLbl="node1" presStyleIdx="2" presStyleCnt="22">
        <dgm:presLayoutVars>
          <dgm:chMax val="1"/>
          <dgm:bulletEnabled val="1"/>
        </dgm:presLayoutVars>
      </dgm:prSet>
      <dgm:spPr/>
    </dgm:pt>
    <dgm:pt modelId="{DD8F1FA4-4D57-438D-BDE1-1260E0329867}" type="pres">
      <dgm:prSet presAssocID="{12A95786-0354-4027-8D88-55FA270B7EB7}" presName="sp" presStyleCnt="0"/>
      <dgm:spPr/>
    </dgm:pt>
    <dgm:pt modelId="{C8EF1D92-92DC-456C-A622-5DE16C4B99C9}" type="pres">
      <dgm:prSet presAssocID="{80AC7BCB-5C18-4F48-B2A3-7C094F149588}" presName="linNode" presStyleCnt="0"/>
      <dgm:spPr/>
    </dgm:pt>
    <dgm:pt modelId="{A2F1E31D-CB0E-4BB7-8CAC-C686192D1856}" type="pres">
      <dgm:prSet presAssocID="{80AC7BCB-5C18-4F48-B2A3-7C094F149588}" presName="parentText" presStyleLbl="node1" presStyleIdx="3" presStyleCnt="22">
        <dgm:presLayoutVars>
          <dgm:chMax val="1"/>
          <dgm:bulletEnabled val="1"/>
        </dgm:presLayoutVars>
      </dgm:prSet>
      <dgm:spPr/>
    </dgm:pt>
    <dgm:pt modelId="{29C14582-A775-439D-9E04-993906484F52}" type="pres">
      <dgm:prSet presAssocID="{63305AB3-AEED-4B77-8481-5FB80AF74A07}" presName="sp" presStyleCnt="0"/>
      <dgm:spPr/>
    </dgm:pt>
    <dgm:pt modelId="{A66681B7-51B3-4B59-A5E9-35D426DC4975}" type="pres">
      <dgm:prSet presAssocID="{DE8B1761-1D2A-4CD2-B1F6-51375BA6162A}" presName="linNode" presStyleCnt="0"/>
      <dgm:spPr/>
    </dgm:pt>
    <dgm:pt modelId="{B1291FFC-04C4-4FDA-85FB-C0F100160BA9}" type="pres">
      <dgm:prSet presAssocID="{DE8B1761-1D2A-4CD2-B1F6-51375BA6162A}" presName="parentText" presStyleLbl="node1" presStyleIdx="4" presStyleCnt="22">
        <dgm:presLayoutVars>
          <dgm:chMax val="1"/>
          <dgm:bulletEnabled val="1"/>
        </dgm:presLayoutVars>
      </dgm:prSet>
      <dgm:spPr/>
    </dgm:pt>
    <dgm:pt modelId="{8B55BFD9-350C-4BFC-9566-7379073CA3FD}" type="pres">
      <dgm:prSet presAssocID="{70452318-B0A7-427D-84D2-1C1136A485E0}" presName="sp" presStyleCnt="0"/>
      <dgm:spPr/>
    </dgm:pt>
    <dgm:pt modelId="{6152441C-A004-4D0B-A513-050B9D63DACC}" type="pres">
      <dgm:prSet presAssocID="{BF0FB7DB-5927-4ED7-838F-2E18DC7EDEAB}" presName="linNode" presStyleCnt="0"/>
      <dgm:spPr/>
    </dgm:pt>
    <dgm:pt modelId="{681537E0-AD06-4BBE-9A7B-93A1286A648F}" type="pres">
      <dgm:prSet presAssocID="{BF0FB7DB-5927-4ED7-838F-2E18DC7EDEAB}" presName="parentText" presStyleLbl="node1" presStyleIdx="5" presStyleCnt="22">
        <dgm:presLayoutVars>
          <dgm:chMax val="1"/>
          <dgm:bulletEnabled val="1"/>
        </dgm:presLayoutVars>
      </dgm:prSet>
      <dgm:spPr/>
    </dgm:pt>
    <dgm:pt modelId="{084902BF-CBEE-4CE2-A762-FE673F07241E}" type="pres">
      <dgm:prSet presAssocID="{D8CC9775-5D98-496E-86FA-49B303B8A7D1}" presName="sp" presStyleCnt="0"/>
      <dgm:spPr/>
    </dgm:pt>
    <dgm:pt modelId="{08EF4E37-7E60-4525-BFA7-DBDE2C060897}" type="pres">
      <dgm:prSet presAssocID="{601A2980-CE59-4468-803F-D513534BA044}" presName="linNode" presStyleCnt="0"/>
      <dgm:spPr/>
    </dgm:pt>
    <dgm:pt modelId="{1DF9756D-88B8-45A4-BE22-9754409B3EF5}" type="pres">
      <dgm:prSet presAssocID="{601A2980-CE59-4468-803F-D513534BA044}" presName="parentText" presStyleLbl="node1" presStyleIdx="6" presStyleCnt="22">
        <dgm:presLayoutVars>
          <dgm:chMax val="1"/>
          <dgm:bulletEnabled val="1"/>
        </dgm:presLayoutVars>
      </dgm:prSet>
      <dgm:spPr/>
    </dgm:pt>
    <dgm:pt modelId="{D809F759-5C26-4AA0-AA55-151A8FD33B78}" type="pres">
      <dgm:prSet presAssocID="{03982E4C-7E12-4BE4-97D9-E92BB9760383}" presName="sp" presStyleCnt="0"/>
      <dgm:spPr/>
    </dgm:pt>
    <dgm:pt modelId="{CE342E80-BF4A-49DD-A137-642CF15586FA}" type="pres">
      <dgm:prSet presAssocID="{6671F3A7-D66E-438C-9174-D8E7B3CC4D02}" presName="linNode" presStyleCnt="0"/>
      <dgm:spPr/>
    </dgm:pt>
    <dgm:pt modelId="{9D925A18-ADFB-41C7-A490-9EFF6610B6AA}" type="pres">
      <dgm:prSet presAssocID="{6671F3A7-D66E-438C-9174-D8E7B3CC4D02}" presName="parentText" presStyleLbl="node1" presStyleIdx="7" presStyleCnt="22">
        <dgm:presLayoutVars>
          <dgm:chMax val="1"/>
          <dgm:bulletEnabled val="1"/>
        </dgm:presLayoutVars>
      </dgm:prSet>
      <dgm:spPr/>
    </dgm:pt>
    <dgm:pt modelId="{3B5DC1D1-EFD5-4FBB-BE07-FF1D4C4947ED}" type="pres">
      <dgm:prSet presAssocID="{5DEB5B39-F037-4F7E-82DD-DFA3FFEC1FF1}" presName="sp" presStyleCnt="0"/>
      <dgm:spPr/>
    </dgm:pt>
    <dgm:pt modelId="{53B4820D-1567-4A99-8554-9116B1F91066}" type="pres">
      <dgm:prSet presAssocID="{B79C2462-9121-484D-8DD8-90E1B94515DD}" presName="linNode" presStyleCnt="0"/>
      <dgm:spPr/>
    </dgm:pt>
    <dgm:pt modelId="{EBE54569-0B3A-4077-92AB-EC775AE25FFD}" type="pres">
      <dgm:prSet presAssocID="{B79C2462-9121-484D-8DD8-90E1B94515DD}" presName="parentText" presStyleLbl="node1" presStyleIdx="8" presStyleCnt="22">
        <dgm:presLayoutVars>
          <dgm:chMax val="1"/>
          <dgm:bulletEnabled val="1"/>
        </dgm:presLayoutVars>
      </dgm:prSet>
      <dgm:spPr/>
    </dgm:pt>
    <dgm:pt modelId="{C2FD6536-1A34-4070-8B4C-0B87FCD1F75F}" type="pres">
      <dgm:prSet presAssocID="{2F28CF25-7CB4-4806-9F0F-66B39B8D8138}" presName="sp" presStyleCnt="0"/>
      <dgm:spPr/>
    </dgm:pt>
    <dgm:pt modelId="{64905350-1567-4841-A33F-D85D9B518DE0}" type="pres">
      <dgm:prSet presAssocID="{A250BCB4-8042-4711-82C9-A623C3B74C7E}" presName="linNode" presStyleCnt="0"/>
      <dgm:spPr/>
    </dgm:pt>
    <dgm:pt modelId="{6BC24CEF-EC21-44E5-AB05-C716E0CC8660}" type="pres">
      <dgm:prSet presAssocID="{A250BCB4-8042-4711-82C9-A623C3B74C7E}" presName="parentText" presStyleLbl="node1" presStyleIdx="9" presStyleCnt="22">
        <dgm:presLayoutVars>
          <dgm:chMax val="1"/>
          <dgm:bulletEnabled val="1"/>
        </dgm:presLayoutVars>
      </dgm:prSet>
      <dgm:spPr/>
    </dgm:pt>
    <dgm:pt modelId="{1EC9360D-67C5-44DD-9554-A4A0890D71C2}" type="pres">
      <dgm:prSet presAssocID="{81EB301D-5C95-4F2D-A531-70DD6EAE7ACE}" presName="sp" presStyleCnt="0"/>
      <dgm:spPr/>
    </dgm:pt>
    <dgm:pt modelId="{91BAA859-D4F3-42DD-A3AE-EE4E989820CA}" type="pres">
      <dgm:prSet presAssocID="{DA6E269B-B41A-42A9-95CA-2FF076787178}" presName="linNode" presStyleCnt="0"/>
      <dgm:spPr/>
    </dgm:pt>
    <dgm:pt modelId="{6BA9E89C-9803-4AC0-A366-BAD6BDDA8E47}" type="pres">
      <dgm:prSet presAssocID="{DA6E269B-B41A-42A9-95CA-2FF076787178}" presName="parentText" presStyleLbl="node1" presStyleIdx="10" presStyleCnt="22">
        <dgm:presLayoutVars>
          <dgm:chMax val="1"/>
          <dgm:bulletEnabled val="1"/>
        </dgm:presLayoutVars>
      </dgm:prSet>
      <dgm:spPr/>
    </dgm:pt>
    <dgm:pt modelId="{B409B674-914C-47EC-9359-2016DBD12796}" type="pres">
      <dgm:prSet presAssocID="{F3213D3E-1828-4F0A-AAB6-6272E0B63C43}" presName="sp" presStyleCnt="0"/>
      <dgm:spPr/>
    </dgm:pt>
    <dgm:pt modelId="{1F235C29-A008-48A1-8D49-DE5D1634BEAB}" type="pres">
      <dgm:prSet presAssocID="{6DCBDAC2-8BD0-4245-91F4-50535B13D7CA}" presName="linNode" presStyleCnt="0"/>
      <dgm:spPr/>
    </dgm:pt>
    <dgm:pt modelId="{160AF678-884E-4320-9136-87E095E391E9}" type="pres">
      <dgm:prSet presAssocID="{6DCBDAC2-8BD0-4245-91F4-50535B13D7CA}" presName="parentText" presStyleLbl="node1" presStyleIdx="11" presStyleCnt="22">
        <dgm:presLayoutVars>
          <dgm:chMax val="1"/>
          <dgm:bulletEnabled val="1"/>
        </dgm:presLayoutVars>
      </dgm:prSet>
      <dgm:spPr/>
    </dgm:pt>
    <dgm:pt modelId="{93B557CF-2CDE-4693-BB3E-A18E8ED9A2FF}" type="pres">
      <dgm:prSet presAssocID="{114E6626-35EE-4E53-A8F9-9C6F7927E3BA}" presName="sp" presStyleCnt="0"/>
      <dgm:spPr/>
    </dgm:pt>
    <dgm:pt modelId="{25CF4588-02A6-44B0-BCE7-CE656D1CFADA}" type="pres">
      <dgm:prSet presAssocID="{FA545392-819C-4177-9828-6B1FF29D75ED}" presName="linNode" presStyleCnt="0"/>
      <dgm:spPr/>
    </dgm:pt>
    <dgm:pt modelId="{4B0E9B2A-0E4C-49C8-854F-686EC4EE67CD}" type="pres">
      <dgm:prSet presAssocID="{FA545392-819C-4177-9828-6B1FF29D75ED}" presName="parentText" presStyleLbl="node1" presStyleIdx="12" presStyleCnt="22">
        <dgm:presLayoutVars>
          <dgm:chMax val="1"/>
          <dgm:bulletEnabled val="1"/>
        </dgm:presLayoutVars>
      </dgm:prSet>
      <dgm:spPr/>
    </dgm:pt>
    <dgm:pt modelId="{1B800C9F-14A9-4978-9960-AEDA98C0C780}" type="pres">
      <dgm:prSet presAssocID="{25852AB7-A3A8-41A5-BAA9-61300FFAD1CC}" presName="sp" presStyleCnt="0"/>
      <dgm:spPr/>
    </dgm:pt>
    <dgm:pt modelId="{F6CAB1AF-615B-4E11-B903-F677110B77AC}" type="pres">
      <dgm:prSet presAssocID="{6DC687E1-145B-4169-AFC9-ECCA9B6EBA04}" presName="linNode" presStyleCnt="0"/>
      <dgm:spPr/>
    </dgm:pt>
    <dgm:pt modelId="{FEB8C2BC-5890-423B-9789-D9A7DFE127C8}" type="pres">
      <dgm:prSet presAssocID="{6DC687E1-145B-4169-AFC9-ECCA9B6EBA04}" presName="parentText" presStyleLbl="node1" presStyleIdx="13" presStyleCnt="22">
        <dgm:presLayoutVars>
          <dgm:chMax val="1"/>
          <dgm:bulletEnabled val="1"/>
        </dgm:presLayoutVars>
      </dgm:prSet>
      <dgm:spPr/>
    </dgm:pt>
    <dgm:pt modelId="{FC1C0AAA-B10A-4DC8-83B8-3FA48D6A09E1}" type="pres">
      <dgm:prSet presAssocID="{E969C78B-84E7-4B91-B5B7-9679A0921D66}" presName="sp" presStyleCnt="0"/>
      <dgm:spPr/>
    </dgm:pt>
    <dgm:pt modelId="{EECC97E9-0497-42B2-95FA-4A86875D4185}" type="pres">
      <dgm:prSet presAssocID="{7D60FD1A-15CB-41BE-9ECB-AB0C4A299E74}" presName="linNode" presStyleCnt="0"/>
      <dgm:spPr/>
    </dgm:pt>
    <dgm:pt modelId="{EEC48854-E481-40F2-B3B4-2A378F9DB460}" type="pres">
      <dgm:prSet presAssocID="{7D60FD1A-15CB-41BE-9ECB-AB0C4A299E74}" presName="parentText" presStyleLbl="node1" presStyleIdx="14" presStyleCnt="22">
        <dgm:presLayoutVars>
          <dgm:chMax val="1"/>
          <dgm:bulletEnabled val="1"/>
        </dgm:presLayoutVars>
      </dgm:prSet>
      <dgm:spPr/>
    </dgm:pt>
    <dgm:pt modelId="{817E575E-5080-4D5E-8982-D9BC3B842741}" type="pres">
      <dgm:prSet presAssocID="{AE726AEE-E7B9-4BA5-B079-F795F5E0BFB0}" presName="sp" presStyleCnt="0"/>
      <dgm:spPr/>
    </dgm:pt>
    <dgm:pt modelId="{80AFF4F3-8F79-41C9-B104-CB013C0A1EEA}" type="pres">
      <dgm:prSet presAssocID="{9E068E0A-BA33-413C-A17A-175310C7311D}" presName="linNode" presStyleCnt="0"/>
      <dgm:spPr/>
    </dgm:pt>
    <dgm:pt modelId="{6755DEAB-3D20-420D-BB83-37324E411F0E}" type="pres">
      <dgm:prSet presAssocID="{9E068E0A-BA33-413C-A17A-175310C7311D}" presName="parentText" presStyleLbl="node1" presStyleIdx="15" presStyleCnt="22">
        <dgm:presLayoutVars>
          <dgm:chMax val="1"/>
          <dgm:bulletEnabled val="1"/>
        </dgm:presLayoutVars>
      </dgm:prSet>
      <dgm:spPr/>
    </dgm:pt>
    <dgm:pt modelId="{9F1AB039-3751-48EC-BFB0-644D82825B84}" type="pres">
      <dgm:prSet presAssocID="{C4F83FD2-82E2-4F8D-A39C-B6C461D1C50A}" presName="sp" presStyleCnt="0"/>
      <dgm:spPr/>
    </dgm:pt>
    <dgm:pt modelId="{E26E6169-2E4D-4517-A541-FC0163E76B38}" type="pres">
      <dgm:prSet presAssocID="{5D0AC61D-40A5-45E4-ACA2-C30E45E3561F}" presName="linNode" presStyleCnt="0"/>
      <dgm:spPr/>
    </dgm:pt>
    <dgm:pt modelId="{FBC4387A-CCAD-4E5A-9559-1A6D9FB0F2AB}" type="pres">
      <dgm:prSet presAssocID="{5D0AC61D-40A5-45E4-ACA2-C30E45E3561F}" presName="parentText" presStyleLbl="node1" presStyleIdx="16" presStyleCnt="22">
        <dgm:presLayoutVars>
          <dgm:chMax val="1"/>
          <dgm:bulletEnabled val="1"/>
        </dgm:presLayoutVars>
      </dgm:prSet>
      <dgm:spPr/>
    </dgm:pt>
    <dgm:pt modelId="{4C9276D5-7A1E-49FE-A310-A2D83FD4D7FA}" type="pres">
      <dgm:prSet presAssocID="{F3CC4566-200A-48EB-965E-6E815B4BEC16}" presName="sp" presStyleCnt="0"/>
      <dgm:spPr/>
    </dgm:pt>
    <dgm:pt modelId="{6E3B7C43-6556-45EA-9D24-EA61D4C49AD0}" type="pres">
      <dgm:prSet presAssocID="{D4CD4B0C-C403-4CA6-B79C-AB5E2499030D}" presName="linNode" presStyleCnt="0"/>
      <dgm:spPr/>
    </dgm:pt>
    <dgm:pt modelId="{133DEBE8-00C9-400A-A2ED-FC87D67DD302}" type="pres">
      <dgm:prSet presAssocID="{D4CD4B0C-C403-4CA6-B79C-AB5E2499030D}" presName="parentText" presStyleLbl="node1" presStyleIdx="17" presStyleCnt="22">
        <dgm:presLayoutVars>
          <dgm:chMax val="1"/>
          <dgm:bulletEnabled val="1"/>
        </dgm:presLayoutVars>
      </dgm:prSet>
      <dgm:spPr/>
    </dgm:pt>
    <dgm:pt modelId="{01B230DE-990E-4242-9E40-2382F41507C4}" type="pres">
      <dgm:prSet presAssocID="{99A10993-EC1D-48A2-A692-D7990DFEE31C}" presName="sp" presStyleCnt="0"/>
      <dgm:spPr/>
    </dgm:pt>
    <dgm:pt modelId="{B8D4CB43-7232-4B04-B391-BEFEBC74FCA2}" type="pres">
      <dgm:prSet presAssocID="{F62D927A-FBC9-42F6-87DC-291FB00DEAB5}" presName="linNode" presStyleCnt="0"/>
      <dgm:spPr/>
    </dgm:pt>
    <dgm:pt modelId="{68767EA4-52B5-4475-B31C-971121CD2304}" type="pres">
      <dgm:prSet presAssocID="{F62D927A-FBC9-42F6-87DC-291FB00DEAB5}" presName="parentText" presStyleLbl="node1" presStyleIdx="18" presStyleCnt="22">
        <dgm:presLayoutVars>
          <dgm:chMax val="1"/>
          <dgm:bulletEnabled val="1"/>
        </dgm:presLayoutVars>
      </dgm:prSet>
      <dgm:spPr/>
    </dgm:pt>
    <dgm:pt modelId="{816BEFE5-4905-4A06-AD27-4E0AC07CAF2B}" type="pres">
      <dgm:prSet presAssocID="{EF0CF0EB-DB2A-4A8E-A95F-C1FF3D8E27DE}" presName="sp" presStyleCnt="0"/>
      <dgm:spPr/>
    </dgm:pt>
    <dgm:pt modelId="{65D9DE36-90A1-459B-A005-81B5E83E3401}" type="pres">
      <dgm:prSet presAssocID="{393267EB-A2ED-4FB4-97F9-A789664506FD}" presName="linNode" presStyleCnt="0"/>
      <dgm:spPr/>
    </dgm:pt>
    <dgm:pt modelId="{78EB309E-8418-4662-8305-D4C6878C5AF9}" type="pres">
      <dgm:prSet presAssocID="{393267EB-A2ED-4FB4-97F9-A789664506FD}" presName="parentText" presStyleLbl="node1" presStyleIdx="19" presStyleCnt="22">
        <dgm:presLayoutVars>
          <dgm:chMax val="1"/>
          <dgm:bulletEnabled val="1"/>
        </dgm:presLayoutVars>
      </dgm:prSet>
      <dgm:spPr/>
    </dgm:pt>
    <dgm:pt modelId="{DA337CF8-608A-4B69-8169-243C4B35F635}" type="pres">
      <dgm:prSet presAssocID="{C8204C92-4416-4688-B220-D823514A3A7A}" presName="sp" presStyleCnt="0"/>
      <dgm:spPr/>
    </dgm:pt>
    <dgm:pt modelId="{E19D6B51-1574-4E2E-ADAD-488D8E64D041}" type="pres">
      <dgm:prSet presAssocID="{A21682D4-97DB-4E22-AB40-E050FFCA63D1}" presName="linNode" presStyleCnt="0"/>
      <dgm:spPr/>
    </dgm:pt>
    <dgm:pt modelId="{40D3546D-A8B6-4B0D-A936-2A4E5F93761F}" type="pres">
      <dgm:prSet presAssocID="{A21682D4-97DB-4E22-AB40-E050FFCA63D1}" presName="parentText" presStyleLbl="node1" presStyleIdx="20" presStyleCnt="22">
        <dgm:presLayoutVars>
          <dgm:chMax val="1"/>
          <dgm:bulletEnabled val="1"/>
        </dgm:presLayoutVars>
      </dgm:prSet>
      <dgm:spPr/>
    </dgm:pt>
    <dgm:pt modelId="{0DD39909-7072-4E91-9F7B-B022CFEDD075}" type="pres">
      <dgm:prSet presAssocID="{9E39BBAD-D2CF-4F16-9318-4320A26032E4}" presName="sp" presStyleCnt="0"/>
      <dgm:spPr/>
    </dgm:pt>
    <dgm:pt modelId="{0829D43E-EF96-4811-B1F6-2947C6B75D56}" type="pres">
      <dgm:prSet presAssocID="{7B0056EC-412A-4C36-8543-7B98C0529599}" presName="linNode" presStyleCnt="0"/>
      <dgm:spPr/>
    </dgm:pt>
    <dgm:pt modelId="{BA2E8DFC-1030-4AB4-BED1-7E5A30F72279}" type="pres">
      <dgm:prSet presAssocID="{7B0056EC-412A-4C36-8543-7B98C0529599}" presName="parentText" presStyleLbl="node1" presStyleIdx="21" presStyleCnt="22">
        <dgm:presLayoutVars>
          <dgm:chMax val="1"/>
          <dgm:bulletEnabled val="1"/>
        </dgm:presLayoutVars>
      </dgm:prSet>
      <dgm:spPr/>
    </dgm:pt>
  </dgm:ptLst>
  <dgm:cxnLst>
    <dgm:cxn modelId="{51162C00-3D3C-4E19-8DC6-BED78E00A7F4}" type="presOf" srcId="{DA6E269B-B41A-42A9-95CA-2FF076787178}" destId="{6BA9E89C-9803-4AC0-A366-BAD6BDDA8E47}" srcOrd="0" destOrd="0" presId="urn:microsoft.com/office/officeart/2005/8/layout/vList5"/>
    <dgm:cxn modelId="{BDA45F03-F54B-4C71-8E81-A9545CAE2226}" type="presOf" srcId="{B79C2462-9121-484D-8DD8-90E1B94515DD}" destId="{EBE54569-0B3A-4077-92AB-EC775AE25FFD}" srcOrd="0" destOrd="0" presId="urn:microsoft.com/office/officeart/2005/8/layout/vList5"/>
    <dgm:cxn modelId="{6777530B-F5F4-447E-A138-4CE51C7BDB1A}" type="presOf" srcId="{393267EB-A2ED-4FB4-97F9-A789664506FD}" destId="{78EB309E-8418-4662-8305-D4C6878C5AF9}" srcOrd="0" destOrd="0" presId="urn:microsoft.com/office/officeart/2005/8/layout/vList5"/>
    <dgm:cxn modelId="{EE86BC17-FDB7-4646-BE09-76DDAC5DA602}" srcId="{9D717FEA-B94D-4E76-B192-77DF47A6195B}" destId="{6DC687E1-145B-4169-AFC9-ECCA9B6EBA04}" srcOrd="13" destOrd="0" parTransId="{D86D879D-9DAE-4066-BB5B-543EBEC4FD8F}" sibTransId="{E969C78B-84E7-4B91-B5B7-9679A0921D66}"/>
    <dgm:cxn modelId="{FF7E211B-9474-453D-A09A-18B771C87D17}" type="presOf" srcId="{6DC687E1-145B-4169-AFC9-ECCA9B6EBA04}" destId="{FEB8C2BC-5890-423B-9789-D9A7DFE127C8}" srcOrd="0" destOrd="0" presId="urn:microsoft.com/office/officeart/2005/8/layout/vList5"/>
    <dgm:cxn modelId="{137EB422-941A-4983-B6D8-0A5DE6CC7EA1}" type="presOf" srcId="{DE8B1761-1D2A-4CD2-B1F6-51375BA6162A}" destId="{B1291FFC-04C4-4FDA-85FB-C0F100160BA9}" srcOrd="0" destOrd="0" presId="urn:microsoft.com/office/officeart/2005/8/layout/vList5"/>
    <dgm:cxn modelId="{ADA3FE25-8037-4B53-8A01-DECE8BE56BE7}" srcId="{9D717FEA-B94D-4E76-B192-77DF47A6195B}" destId="{DE8B1761-1D2A-4CD2-B1F6-51375BA6162A}" srcOrd="4" destOrd="0" parTransId="{7A8FF934-1181-4021-8009-A55ACDEF89D8}" sibTransId="{70452318-B0A7-427D-84D2-1C1136A485E0}"/>
    <dgm:cxn modelId="{7CDBF328-F2CC-4A17-A5C8-B00B87B24982}" type="presOf" srcId="{D4CD4B0C-C403-4CA6-B79C-AB5E2499030D}" destId="{133DEBE8-00C9-400A-A2ED-FC87D67DD302}" srcOrd="0" destOrd="0" presId="urn:microsoft.com/office/officeart/2005/8/layout/vList5"/>
    <dgm:cxn modelId="{B5921E2D-1C9B-40F1-8F84-51D121EAA0C5}" srcId="{9D717FEA-B94D-4E76-B192-77DF47A6195B}" destId="{1FA2D643-782A-4BC9-B376-30C53FA76337}" srcOrd="2" destOrd="0" parTransId="{E113105D-F120-4E24-9BBA-FAFD7C833786}" sibTransId="{12A95786-0354-4027-8D88-55FA270B7EB7}"/>
    <dgm:cxn modelId="{F318445C-8CE5-4C9D-8713-928B4A6CE16A}" srcId="{9D717FEA-B94D-4E76-B192-77DF47A6195B}" destId="{9E068E0A-BA33-413C-A17A-175310C7311D}" srcOrd="15" destOrd="0" parTransId="{C634613B-9F42-4769-9A48-C6A4723674F3}" sibTransId="{C4F83FD2-82E2-4F8D-A39C-B6C461D1C50A}"/>
    <dgm:cxn modelId="{E5450760-533B-4FFB-A702-AD9ADDBEBD84}" srcId="{9D717FEA-B94D-4E76-B192-77DF47A6195B}" destId="{601A2980-CE59-4468-803F-D513534BA044}" srcOrd="6" destOrd="0" parTransId="{53E2DD41-69B5-4E0B-B019-73AE038A4AE8}" sibTransId="{03982E4C-7E12-4BE4-97D9-E92BB9760383}"/>
    <dgm:cxn modelId="{44DA3F62-0F71-40F2-946B-CB1CAB98C2B6}" srcId="{9D717FEA-B94D-4E76-B192-77DF47A6195B}" destId="{5D0AC61D-40A5-45E4-ACA2-C30E45E3561F}" srcOrd="16" destOrd="0" parTransId="{F99F5772-6F96-4D62-BA9A-835590559331}" sibTransId="{F3CC4566-200A-48EB-965E-6E815B4BEC16}"/>
    <dgm:cxn modelId="{CDFD6266-B802-458A-A698-F89BF4E05B76}" srcId="{9D717FEA-B94D-4E76-B192-77DF47A6195B}" destId="{B79C2462-9121-484D-8DD8-90E1B94515DD}" srcOrd="8" destOrd="0" parTransId="{EE16A5AE-F3C4-4C53-A048-2D5550F16803}" sibTransId="{2F28CF25-7CB4-4806-9F0F-66B39B8D8138}"/>
    <dgm:cxn modelId="{8F770C47-893F-4DE4-8115-F20C07FA2ACF}" type="presOf" srcId="{A21682D4-97DB-4E22-AB40-E050FFCA63D1}" destId="{40D3546D-A8B6-4B0D-A936-2A4E5F93761F}" srcOrd="0" destOrd="0" presId="urn:microsoft.com/office/officeart/2005/8/layout/vList5"/>
    <dgm:cxn modelId="{68A2B447-BA31-403B-B27E-A0962DB72F41}" type="presOf" srcId="{1FA2D643-782A-4BC9-B376-30C53FA76337}" destId="{828763CD-90B7-4C89-8F31-193A4E665F86}" srcOrd="0" destOrd="0" presId="urn:microsoft.com/office/officeart/2005/8/layout/vList5"/>
    <dgm:cxn modelId="{1042CF67-783A-45FD-8627-AD8D887ECE3C}" type="presOf" srcId="{6671F3A7-D66E-438C-9174-D8E7B3CC4D02}" destId="{9D925A18-ADFB-41C7-A490-9EFF6610B6AA}" srcOrd="0" destOrd="0" presId="urn:microsoft.com/office/officeart/2005/8/layout/vList5"/>
    <dgm:cxn modelId="{F5E2D251-B986-4F5A-9FC6-98209CAC0612}" type="presOf" srcId="{A3AF1B02-092E-473F-A790-5191CCDCD586}" destId="{A99BCBA2-0B5C-4472-A341-4DB97511801E}" srcOrd="0" destOrd="0" presId="urn:microsoft.com/office/officeart/2005/8/layout/vList5"/>
    <dgm:cxn modelId="{6B1D7354-2C12-4D09-9708-BD05B3DE728C}" type="presOf" srcId="{FA545392-819C-4177-9828-6B1FF29D75ED}" destId="{4B0E9B2A-0E4C-49C8-854F-686EC4EE67CD}" srcOrd="0" destOrd="0" presId="urn:microsoft.com/office/officeart/2005/8/layout/vList5"/>
    <dgm:cxn modelId="{296BFB76-0A40-44B1-80DD-7A172E63EADD}" type="presOf" srcId="{9D717FEA-B94D-4E76-B192-77DF47A6195B}" destId="{4C0E2128-6118-458D-8D86-8FEF168AC22E}" srcOrd="0" destOrd="0" presId="urn:microsoft.com/office/officeart/2005/8/layout/vList5"/>
    <dgm:cxn modelId="{08873278-9185-4341-B251-AEB44B97ACC3}" srcId="{9D717FEA-B94D-4E76-B192-77DF47A6195B}" destId="{F62D927A-FBC9-42F6-87DC-291FB00DEAB5}" srcOrd="18" destOrd="0" parTransId="{0BF3C476-3E2C-4C1D-B12C-235333FDD204}" sibTransId="{EF0CF0EB-DB2A-4A8E-A95F-C1FF3D8E27DE}"/>
    <dgm:cxn modelId="{B397C478-BBE2-4406-9808-B3FA6FC223B2}" type="presOf" srcId="{F62D927A-FBC9-42F6-87DC-291FB00DEAB5}" destId="{68767EA4-52B5-4475-B31C-971121CD2304}" srcOrd="0" destOrd="0" presId="urn:microsoft.com/office/officeart/2005/8/layout/vList5"/>
    <dgm:cxn modelId="{CDA2945A-88EF-4E14-AC51-8406813CE96F}" srcId="{9D717FEA-B94D-4E76-B192-77DF47A6195B}" destId="{D4CD4B0C-C403-4CA6-B79C-AB5E2499030D}" srcOrd="17" destOrd="0" parTransId="{665DBC14-79CC-4440-9DED-F1A9EC3214CD}" sibTransId="{99A10993-EC1D-48A2-A692-D7990DFEE31C}"/>
    <dgm:cxn modelId="{B0CE0A7E-88A8-4ABC-A70F-92EC1EC8D0C2}" type="presOf" srcId="{601A2980-CE59-4468-803F-D513534BA044}" destId="{1DF9756D-88B8-45A4-BE22-9754409B3EF5}" srcOrd="0" destOrd="0" presId="urn:microsoft.com/office/officeart/2005/8/layout/vList5"/>
    <dgm:cxn modelId="{2F09707F-FFB4-43E5-8311-C7042DA7E2D1}" srcId="{9D717FEA-B94D-4E76-B192-77DF47A6195B}" destId="{6671F3A7-D66E-438C-9174-D8E7B3CC4D02}" srcOrd="7" destOrd="0" parTransId="{586CB255-A4E3-46BB-8BCB-704ADEFD2DBE}" sibTransId="{5DEB5B39-F037-4F7E-82DD-DFA3FFEC1FF1}"/>
    <dgm:cxn modelId="{15FBBA87-F8D6-48F4-A980-A8234E628929}" srcId="{9D717FEA-B94D-4E76-B192-77DF47A6195B}" destId="{6DCBDAC2-8BD0-4245-91F4-50535B13D7CA}" srcOrd="11" destOrd="0" parTransId="{9AD9991D-64BC-47FE-8F03-14F634662ACD}" sibTransId="{114E6626-35EE-4E53-A8F9-9C6F7927E3BA}"/>
    <dgm:cxn modelId="{FB44358F-BCF6-492B-ABD6-31B7BBB51A06}" type="presOf" srcId="{7B0056EC-412A-4C36-8543-7B98C0529599}" destId="{BA2E8DFC-1030-4AB4-BED1-7E5A30F72279}" srcOrd="0" destOrd="0" presId="urn:microsoft.com/office/officeart/2005/8/layout/vList5"/>
    <dgm:cxn modelId="{F844E992-A4D5-4A9B-BF6E-1941129F8A3D}" srcId="{9D717FEA-B94D-4E76-B192-77DF47A6195B}" destId="{7B0056EC-412A-4C36-8543-7B98C0529599}" srcOrd="21" destOrd="0" parTransId="{B03C3F59-4359-4EA1-ACE4-D672A375E4EF}" sibTransId="{FBDD9FEA-8959-4E54-81CF-AF4AE31A2782}"/>
    <dgm:cxn modelId="{185EAB96-D708-4495-A94D-BFEE4EB33929}" srcId="{9D717FEA-B94D-4E76-B192-77DF47A6195B}" destId="{A3AF1B02-092E-473F-A790-5191CCDCD586}" srcOrd="1" destOrd="0" parTransId="{9CD50EE5-36F9-405F-855E-BFBB51355DF8}" sibTransId="{B5CDA8EA-6973-412E-8741-DB232269D7C0}"/>
    <dgm:cxn modelId="{A4E37997-B8CC-4B10-872E-6DD8122F6378}" type="presOf" srcId="{A250BCB4-8042-4711-82C9-A623C3B74C7E}" destId="{6BC24CEF-EC21-44E5-AB05-C716E0CC8660}" srcOrd="0" destOrd="0" presId="urn:microsoft.com/office/officeart/2005/8/layout/vList5"/>
    <dgm:cxn modelId="{C1B0FD99-983C-4591-9417-4A8DBAFD144D}" type="presOf" srcId="{9E068E0A-BA33-413C-A17A-175310C7311D}" destId="{6755DEAB-3D20-420D-BB83-37324E411F0E}" srcOrd="0" destOrd="0" presId="urn:microsoft.com/office/officeart/2005/8/layout/vList5"/>
    <dgm:cxn modelId="{2C67D29D-A88B-44A6-BBD1-B2E8D0B71D9E}" srcId="{9D717FEA-B94D-4E76-B192-77DF47A6195B}" destId="{FA545392-819C-4177-9828-6B1FF29D75ED}" srcOrd="12" destOrd="0" parTransId="{2F8437D2-5016-4DBA-9499-B79865944A89}" sibTransId="{25852AB7-A3A8-41A5-BAA9-61300FFAD1CC}"/>
    <dgm:cxn modelId="{77DFB5A3-6951-4777-8A76-B56758219AB7}" type="presOf" srcId="{BF0FB7DB-5927-4ED7-838F-2E18DC7EDEAB}" destId="{681537E0-AD06-4BBE-9A7B-93A1286A648F}" srcOrd="0" destOrd="0" presId="urn:microsoft.com/office/officeart/2005/8/layout/vList5"/>
    <dgm:cxn modelId="{FAAD6CB2-C160-4A4E-96D8-D23B6F0D1A06}" type="presOf" srcId="{80AC7BCB-5C18-4F48-B2A3-7C094F149588}" destId="{A2F1E31D-CB0E-4BB7-8CAC-C686192D1856}" srcOrd="0" destOrd="0" presId="urn:microsoft.com/office/officeart/2005/8/layout/vList5"/>
    <dgm:cxn modelId="{FE40DAB3-1101-4C84-82E8-D952D8602CB8}" srcId="{9D717FEA-B94D-4E76-B192-77DF47A6195B}" destId="{A250BCB4-8042-4711-82C9-A623C3B74C7E}" srcOrd="9" destOrd="0" parTransId="{21141581-F399-4E28-B4EE-B98D1592C5B2}" sibTransId="{81EB301D-5C95-4F2D-A531-70DD6EAE7ACE}"/>
    <dgm:cxn modelId="{5ED803B9-486F-402A-9011-C51C3375D746}" type="presOf" srcId="{6DCBDAC2-8BD0-4245-91F4-50535B13D7CA}" destId="{160AF678-884E-4320-9136-87E095E391E9}" srcOrd="0" destOrd="0" presId="urn:microsoft.com/office/officeart/2005/8/layout/vList5"/>
    <dgm:cxn modelId="{FB44DDC1-8C56-49AC-8356-F8A06828146F}" type="presOf" srcId="{9D02E19F-80F0-4A71-A01D-77ED1344455E}" destId="{DE2619BA-EDBC-44E6-BD73-93B580F2CD3F}" srcOrd="0" destOrd="0" presId="urn:microsoft.com/office/officeart/2005/8/layout/vList5"/>
    <dgm:cxn modelId="{58D385C3-5841-4147-8B5D-743239B30D1C}" type="presOf" srcId="{5D0AC61D-40A5-45E4-ACA2-C30E45E3561F}" destId="{FBC4387A-CCAD-4E5A-9559-1A6D9FB0F2AB}" srcOrd="0" destOrd="0" presId="urn:microsoft.com/office/officeart/2005/8/layout/vList5"/>
    <dgm:cxn modelId="{004DB0CB-BA03-469E-9307-5B8DAE460132}" type="presOf" srcId="{7D60FD1A-15CB-41BE-9ECB-AB0C4A299E74}" destId="{EEC48854-E481-40F2-B3B4-2A378F9DB460}" srcOrd="0" destOrd="0" presId="urn:microsoft.com/office/officeart/2005/8/layout/vList5"/>
    <dgm:cxn modelId="{45054DD5-D7D2-4945-8850-CF00D4FA9109}" srcId="{9D717FEA-B94D-4E76-B192-77DF47A6195B}" destId="{80AC7BCB-5C18-4F48-B2A3-7C094F149588}" srcOrd="3" destOrd="0" parTransId="{06FBCE83-D3E4-4A58-BEC6-F4238F1B5771}" sibTransId="{63305AB3-AEED-4B77-8481-5FB80AF74A07}"/>
    <dgm:cxn modelId="{BEBBDED5-02EB-457B-800B-128BB44C01B1}" srcId="{9D717FEA-B94D-4E76-B192-77DF47A6195B}" destId="{BF0FB7DB-5927-4ED7-838F-2E18DC7EDEAB}" srcOrd="5" destOrd="0" parTransId="{2E5718AF-31C6-498A-A32D-134665B1C563}" sibTransId="{D8CC9775-5D98-496E-86FA-49B303B8A7D1}"/>
    <dgm:cxn modelId="{8208CBD7-7DB2-4E04-9EEE-E93043988E0B}" srcId="{9D717FEA-B94D-4E76-B192-77DF47A6195B}" destId="{7D60FD1A-15CB-41BE-9ECB-AB0C4A299E74}" srcOrd="14" destOrd="0" parTransId="{875D5D3A-A154-4277-B304-D222F99BC418}" sibTransId="{AE726AEE-E7B9-4BA5-B079-F795F5E0BFB0}"/>
    <dgm:cxn modelId="{1FEBC7D9-09F0-4056-9D20-222C634AE59B}" srcId="{9D717FEA-B94D-4E76-B192-77DF47A6195B}" destId="{393267EB-A2ED-4FB4-97F9-A789664506FD}" srcOrd="19" destOrd="0" parTransId="{8768A64C-B140-4751-A178-89D9BF65F258}" sibTransId="{C8204C92-4416-4688-B220-D823514A3A7A}"/>
    <dgm:cxn modelId="{FBCD14E1-5C37-41B7-B027-45E69D9C32CA}" srcId="{9D717FEA-B94D-4E76-B192-77DF47A6195B}" destId="{DA6E269B-B41A-42A9-95CA-2FF076787178}" srcOrd="10" destOrd="0" parTransId="{49DC0F09-7D3A-46C6-A6D5-03F5F2722383}" sibTransId="{F3213D3E-1828-4F0A-AAB6-6272E0B63C43}"/>
    <dgm:cxn modelId="{1BBB53E1-D88A-47BF-BC89-A45724B19F74}" srcId="{9D717FEA-B94D-4E76-B192-77DF47A6195B}" destId="{9D02E19F-80F0-4A71-A01D-77ED1344455E}" srcOrd="0" destOrd="0" parTransId="{94B4816C-CF80-4A8B-A86F-49E866BA2735}" sibTransId="{B64F1142-E283-41B6-8DC5-CAE5CC647F28}"/>
    <dgm:cxn modelId="{D7A389F5-B62D-4DC0-82C8-339C651975FE}" srcId="{9D717FEA-B94D-4E76-B192-77DF47A6195B}" destId="{A21682D4-97DB-4E22-AB40-E050FFCA63D1}" srcOrd="20" destOrd="0" parTransId="{AB31A4AD-7B3B-44CE-956B-AC51DC3AE4DE}" sibTransId="{9E39BBAD-D2CF-4F16-9318-4320A26032E4}"/>
    <dgm:cxn modelId="{8A9A8F6A-8246-47C8-9801-669D61C33E5C}" type="presParOf" srcId="{4C0E2128-6118-458D-8D86-8FEF168AC22E}" destId="{AE5AB654-7F38-4695-A8C5-AC36C32925EA}" srcOrd="0" destOrd="0" presId="urn:microsoft.com/office/officeart/2005/8/layout/vList5"/>
    <dgm:cxn modelId="{D25484A3-46D7-43BF-9FAD-C4B25A3489D5}" type="presParOf" srcId="{AE5AB654-7F38-4695-A8C5-AC36C32925EA}" destId="{DE2619BA-EDBC-44E6-BD73-93B580F2CD3F}" srcOrd="0" destOrd="0" presId="urn:microsoft.com/office/officeart/2005/8/layout/vList5"/>
    <dgm:cxn modelId="{5CE11C74-D851-4323-A73C-219BF02F0F7D}" type="presParOf" srcId="{4C0E2128-6118-458D-8D86-8FEF168AC22E}" destId="{BD320783-AC69-4A71-A353-6C5A6DEA5BA1}" srcOrd="1" destOrd="0" presId="urn:microsoft.com/office/officeart/2005/8/layout/vList5"/>
    <dgm:cxn modelId="{3373E3D6-D13A-4B26-B9A0-4CC57E06823D}" type="presParOf" srcId="{4C0E2128-6118-458D-8D86-8FEF168AC22E}" destId="{A9067E59-FD3D-40FA-91BD-9D6703B26FCB}" srcOrd="2" destOrd="0" presId="urn:microsoft.com/office/officeart/2005/8/layout/vList5"/>
    <dgm:cxn modelId="{4FD4DB48-3634-4A4C-8C95-A50DC0DD3E1C}" type="presParOf" srcId="{A9067E59-FD3D-40FA-91BD-9D6703B26FCB}" destId="{A99BCBA2-0B5C-4472-A341-4DB97511801E}" srcOrd="0" destOrd="0" presId="urn:microsoft.com/office/officeart/2005/8/layout/vList5"/>
    <dgm:cxn modelId="{1BF113E6-03B9-414E-BF98-489068257C57}" type="presParOf" srcId="{4C0E2128-6118-458D-8D86-8FEF168AC22E}" destId="{C10FCB8C-DC62-499F-8386-F9EE9819C960}" srcOrd="3" destOrd="0" presId="urn:microsoft.com/office/officeart/2005/8/layout/vList5"/>
    <dgm:cxn modelId="{72304084-F2A8-45EE-BE32-F7FB840ECBCF}" type="presParOf" srcId="{4C0E2128-6118-458D-8D86-8FEF168AC22E}" destId="{81A41F7F-4570-459C-915B-C2112F06531B}" srcOrd="4" destOrd="0" presId="urn:microsoft.com/office/officeart/2005/8/layout/vList5"/>
    <dgm:cxn modelId="{7ED644F1-C193-426E-B1D4-3168599586A1}" type="presParOf" srcId="{81A41F7F-4570-459C-915B-C2112F06531B}" destId="{828763CD-90B7-4C89-8F31-193A4E665F86}" srcOrd="0" destOrd="0" presId="urn:microsoft.com/office/officeart/2005/8/layout/vList5"/>
    <dgm:cxn modelId="{0770F172-0C1A-4AE6-AA0F-0FC2D6C25C5B}" type="presParOf" srcId="{4C0E2128-6118-458D-8D86-8FEF168AC22E}" destId="{DD8F1FA4-4D57-438D-BDE1-1260E0329867}" srcOrd="5" destOrd="0" presId="urn:microsoft.com/office/officeart/2005/8/layout/vList5"/>
    <dgm:cxn modelId="{9646F5EC-1535-43A1-90D9-CB8DBF1A3997}" type="presParOf" srcId="{4C0E2128-6118-458D-8D86-8FEF168AC22E}" destId="{C8EF1D92-92DC-456C-A622-5DE16C4B99C9}" srcOrd="6" destOrd="0" presId="urn:microsoft.com/office/officeart/2005/8/layout/vList5"/>
    <dgm:cxn modelId="{FA50B2A8-E814-4460-9A0E-8B90B0ADD8B9}" type="presParOf" srcId="{C8EF1D92-92DC-456C-A622-5DE16C4B99C9}" destId="{A2F1E31D-CB0E-4BB7-8CAC-C686192D1856}" srcOrd="0" destOrd="0" presId="urn:microsoft.com/office/officeart/2005/8/layout/vList5"/>
    <dgm:cxn modelId="{1D1AE850-42D4-46E7-9113-65FBF6B429D6}" type="presParOf" srcId="{4C0E2128-6118-458D-8D86-8FEF168AC22E}" destId="{29C14582-A775-439D-9E04-993906484F52}" srcOrd="7" destOrd="0" presId="urn:microsoft.com/office/officeart/2005/8/layout/vList5"/>
    <dgm:cxn modelId="{55D4F255-6442-406E-9A4C-672A0560E77F}" type="presParOf" srcId="{4C0E2128-6118-458D-8D86-8FEF168AC22E}" destId="{A66681B7-51B3-4B59-A5E9-35D426DC4975}" srcOrd="8" destOrd="0" presId="urn:microsoft.com/office/officeart/2005/8/layout/vList5"/>
    <dgm:cxn modelId="{10926BDF-E827-425C-AD3F-C293E2FDAF9D}" type="presParOf" srcId="{A66681B7-51B3-4B59-A5E9-35D426DC4975}" destId="{B1291FFC-04C4-4FDA-85FB-C0F100160BA9}" srcOrd="0" destOrd="0" presId="urn:microsoft.com/office/officeart/2005/8/layout/vList5"/>
    <dgm:cxn modelId="{5D1B505C-FABC-4B28-8D55-92AD5FB24F30}" type="presParOf" srcId="{4C0E2128-6118-458D-8D86-8FEF168AC22E}" destId="{8B55BFD9-350C-4BFC-9566-7379073CA3FD}" srcOrd="9" destOrd="0" presId="urn:microsoft.com/office/officeart/2005/8/layout/vList5"/>
    <dgm:cxn modelId="{124CE5B3-30AA-424E-B452-0644B9EFD0B5}" type="presParOf" srcId="{4C0E2128-6118-458D-8D86-8FEF168AC22E}" destId="{6152441C-A004-4D0B-A513-050B9D63DACC}" srcOrd="10" destOrd="0" presId="urn:microsoft.com/office/officeart/2005/8/layout/vList5"/>
    <dgm:cxn modelId="{AB052326-BFFA-428C-AF70-9A4C496EA160}" type="presParOf" srcId="{6152441C-A004-4D0B-A513-050B9D63DACC}" destId="{681537E0-AD06-4BBE-9A7B-93A1286A648F}" srcOrd="0" destOrd="0" presId="urn:microsoft.com/office/officeart/2005/8/layout/vList5"/>
    <dgm:cxn modelId="{C960DCE8-E00C-4DE8-83B2-11F732559204}" type="presParOf" srcId="{4C0E2128-6118-458D-8D86-8FEF168AC22E}" destId="{084902BF-CBEE-4CE2-A762-FE673F07241E}" srcOrd="11" destOrd="0" presId="urn:microsoft.com/office/officeart/2005/8/layout/vList5"/>
    <dgm:cxn modelId="{91DFC9ED-85E2-46E8-B724-4BC5C2D487FA}" type="presParOf" srcId="{4C0E2128-6118-458D-8D86-8FEF168AC22E}" destId="{08EF4E37-7E60-4525-BFA7-DBDE2C060897}" srcOrd="12" destOrd="0" presId="urn:microsoft.com/office/officeart/2005/8/layout/vList5"/>
    <dgm:cxn modelId="{92155FCC-3676-44AC-AC30-869CB9632947}" type="presParOf" srcId="{08EF4E37-7E60-4525-BFA7-DBDE2C060897}" destId="{1DF9756D-88B8-45A4-BE22-9754409B3EF5}" srcOrd="0" destOrd="0" presId="urn:microsoft.com/office/officeart/2005/8/layout/vList5"/>
    <dgm:cxn modelId="{4CF7DDC5-860B-476D-B98C-8DC57DFE7623}" type="presParOf" srcId="{4C0E2128-6118-458D-8D86-8FEF168AC22E}" destId="{D809F759-5C26-4AA0-AA55-151A8FD33B78}" srcOrd="13" destOrd="0" presId="urn:microsoft.com/office/officeart/2005/8/layout/vList5"/>
    <dgm:cxn modelId="{CCE719C9-848B-4CE5-B060-7959731A231F}" type="presParOf" srcId="{4C0E2128-6118-458D-8D86-8FEF168AC22E}" destId="{CE342E80-BF4A-49DD-A137-642CF15586FA}" srcOrd="14" destOrd="0" presId="urn:microsoft.com/office/officeart/2005/8/layout/vList5"/>
    <dgm:cxn modelId="{830903CE-9945-4884-8213-3593B259A82E}" type="presParOf" srcId="{CE342E80-BF4A-49DD-A137-642CF15586FA}" destId="{9D925A18-ADFB-41C7-A490-9EFF6610B6AA}" srcOrd="0" destOrd="0" presId="urn:microsoft.com/office/officeart/2005/8/layout/vList5"/>
    <dgm:cxn modelId="{D27B0816-C819-47B0-84B0-3E9625A9306D}" type="presParOf" srcId="{4C0E2128-6118-458D-8D86-8FEF168AC22E}" destId="{3B5DC1D1-EFD5-4FBB-BE07-FF1D4C4947ED}" srcOrd="15" destOrd="0" presId="urn:microsoft.com/office/officeart/2005/8/layout/vList5"/>
    <dgm:cxn modelId="{A89F79AF-74AB-41F2-8785-F6558AE4D082}" type="presParOf" srcId="{4C0E2128-6118-458D-8D86-8FEF168AC22E}" destId="{53B4820D-1567-4A99-8554-9116B1F91066}" srcOrd="16" destOrd="0" presId="urn:microsoft.com/office/officeart/2005/8/layout/vList5"/>
    <dgm:cxn modelId="{CD25B8CF-50F5-4AB0-AB96-D360C2862C6C}" type="presParOf" srcId="{53B4820D-1567-4A99-8554-9116B1F91066}" destId="{EBE54569-0B3A-4077-92AB-EC775AE25FFD}" srcOrd="0" destOrd="0" presId="urn:microsoft.com/office/officeart/2005/8/layout/vList5"/>
    <dgm:cxn modelId="{F92B8873-2184-4EA3-9634-DB233A8533DE}" type="presParOf" srcId="{4C0E2128-6118-458D-8D86-8FEF168AC22E}" destId="{C2FD6536-1A34-4070-8B4C-0B87FCD1F75F}" srcOrd="17" destOrd="0" presId="urn:microsoft.com/office/officeart/2005/8/layout/vList5"/>
    <dgm:cxn modelId="{5FC0DC9D-CB98-47EC-A947-722379362974}" type="presParOf" srcId="{4C0E2128-6118-458D-8D86-8FEF168AC22E}" destId="{64905350-1567-4841-A33F-D85D9B518DE0}" srcOrd="18" destOrd="0" presId="urn:microsoft.com/office/officeart/2005/8/layout/vList5"/>
    <dgm:cxn modelId="{96A17014-8753-43CE-9D0A-5DD1C711B2F2}" type="presParOf" srcId="{64905350-1567-4841-A33F-D85D9B518DE0}" destId="{6BC24CEF-EC21-44E5-AB05-C716E0CC8660}" srcOrd="0" destOrd="0" presId="urn:microsoft.com/office/officeart/2005/8/layout/vList5"/>
    <dgm:cxn modelId="{0CFD2F73-CBD8-4639-91FD-7854ACF00DF1}" type="presParOf" srcId="{4C0E2128-6118-458D-8D86-8FEF168AC22E}" destId="{1EC9360D-67C5-44DD-9554-A4A0890D71C2}" srcOrd="19" destOrd="0" presId="urn:microsoft.com/office/officeart/2005/8/layout/vList5"/>
    <dgm:cxn modelId="{365CF6A5-E5EC-4C01-ACBE-B03BE565BB78}" type="presParOf" srcId="{4C0E2128-6118-458D-8D86-8FEF168AC22E}" destId="{91BAA859-D4F3-42DD-A3AE-EE4E989820CA}" srcOrd="20" destOrd="0" presId="urn:microsoft.com/office/officeart/2005/8/layout/vList5"/>
    <dgm:cxn modelId="{3BDCBD87-1A6B-434F-8F10-433D2D95D81B}" type="presParOf" srcId="{91BAA859-D4F3-42DD-A3AE-EE4E989820CA}" destId="{6BA9E89C-9803-4AC0-A366-BAD6BDDA8E47}" srcOrd="0" destOrd="0" presId="urn:microsoft.com/office/officeart/2005/8/layout/vList5"/>
    <dgm:cxn modelId="{6EA3D36F-26C5-480C-934E-75E3C9132116}" type="presParOf" srcId="{4C0E2128-6118-458D-8D86-8FEF168AC22E}" destId="{B409B674-914C-47EC-9359-2016DBD12796}" srcOrd="21" destOrd="0" presId="urn:microsoft.com/office/officeart/2005/8/layout/vList5"/>
    <dgm:cxn modelId="{9E9A65A8-5BA2-44CD-BF0A-17CC4079685A}" type="presParOf" srcId="{4C0E2128-6118-458D-8D86-8FEF168AC22E}" destId="{1F235C29-A008-48A1-8D49-DE5D1634BEAB}" srcOrd="22" destOrd="0" presId="urn:microsoft.com/office/officeart/2005/8/layout/vList5"/>
    <dgm:cxn modelId="{F81FCC99-ADBA-4732-9DAE-7CDE15F9CD7F}" type="presParOf" srcId="{1F235C29-A008-48A1-8D49-DE5D1634BEAB}" destId="{160AF678-884E-4320-9136-87E095E391E9}" srcOrd="0" destOrd="0" presId="urn:microsoft.com/office/officeart/2005/8/layout/vList5"/>
    <dgm:cxn modelId="{5EFDC8BE-8224-4D84-9CCF-A3EE75C3E6DE}" type="presParOf" srcId="{4C0E2128-6118-458D-8D86-8FEF168AC22E}" destId="{93B557CF-2CDE-4693-BB3E-A18E8ED9A2FF}" srcOrd="23" destOrd="0" presId="urn:microsoft.com/office/officeart/2005/8/layout/vList5"/>
    <dgm:cxn modelId="{BCEDEF6D-8345-4AFE-B034-8355E97A1D18}" type="presParOf" srcId="{4C0E2128-6118-458D-8D86-8FEF168AC22E}" destId="{25CF4588-02A6-44B0-BCE7-CE656D1CFADA}" srcOrd="24" destOrd="0" presId="urn:microsoft.com/office/officeart/2005/8/layout/vList5"/>
    <dgm:cxn modelId="{5597E5B3-DA35-41FF-A9A6-83483D7F4CEA}" type="presParOf" srcId="{25CF4588-02A6-44B0-BCE7-CE656D1CFADA}" destId="{4B0E9B2A-0E4C-49C8-854F-686EC4EE67CD}" srcOrd="0" destOrd="0" presId="urn:microsoft.com/office/officeart/2005/8/layout/vList5"/>
    <dgm:cxn modelId="{3619BB62-6229-42F9-9363-0A291A778998}" type="presParOf" srcId="{4C0E2128-6118-458D-8D86-8FEF168AC22E}" destId="{1B800C9F-14A9-4978-9960-AEDA98C0C780}" srcOrd="25" destOrd="0" presId="urn:microsoft.com/office/officeart/2005/8/layout/vList5"/>
    <dgm:cxn modelId="{98F28330-4B20-407A-84BA-D54361C0E61F}" type="presParOf" srcId="{4C0E2128-6118-458D-8D86-8FEF168AC22E}" destId="{F6CAB1AF-615B-4E11-B903-F677110B77AC}" srcOrd="26" destOrd="0" presId="urn:microsoft.com/office/officeart/2005/8/layout/vList5"/>
    <dgm:cxn modelId="{D1B2C245-183F-4B60-ACEC-B80B89FEE664}" type="presParOf" srcId="{F6CAB1AF-615B-4E11-B903-F677110B77AC}" destId="{FEB8C2BC-5890-423B-9789-D9A7DFE127C8}" srcOrd="0" destOrd="0" presId="urn:microsoft.com/office/officeart/2005/8/layout/vList5"/>
    <dgm:cxn modelId="{45BE0555-4AE6-4632-8C7C-480C1905977A}" type="presParOf" srcId="{4C0E2128-6118-458D-8D86-8FEF168AC22E}" destId="{FC1C0AAA-B10A-4DC8-83B8-3FA48D6A09E1}" srcOrd="27" destOrd="0" presId="urn:microsoft.com/office/officeart/2005/8/layout/vList5"/>
    <dgm:cxn modelId="{8C280CF7-B091-46C3-956A-4F2E68C91CC6}" type="presParOf" srcId="{4C0E2128-6118-458D-8D86-8FEF168AC22E}" destId="{EECC97E9-0497-42B2-95FA-4A86875D4185}" srcOrd="28" destOrd="0" presId="urn:microsoft.com/office/officeart/2005/8/layout/vList5"/>
    <dgm:cxn modelId="{7E4EFEE8-4889-4CD0-8347-560B9828341D}" type="presParOf" srcId="{EECC97E9-0497-42B2-95FA-4A86875D4185}" destId="{EEC48854-E481-40F2-B3B4-2A378F9DB460}" srcOrd="0" destOrd="0" presId="urn:microsoft.com/office/officeart/2005/8/layout/vList5"/>
    <dgm:cxn modelId="{C27FD306-2DC1-43A7-ADFA-E1F7F93AB2C1}" type="presParOf" srcId="{4C0E2128-6118-458D-8D86-8FEF168AC22E}" destId="{817E575E-5080-4D5E-8982-D9BC3B842741}" srcOrd="29" destOrd="0" presId="urn:microsoft.com/office/officeart/2005/8/layout/vList5"/>
    <dgm:cxn modelId="{8436858A-8A5F-4D13-BD18-1BDFDE517CD9}" type="presParOf" srcId="{4C0E2128-6118-458D-8D86-8FEF168AC22E}" destId="{80AFF4F3-8F79-41C9-B104-CB013C0A1EEA}" srcOrd="30" destOrd="0" presId="urn:microsoft.com/office/officeart/2005/8/layout/vList5"/>
    <dgm:cxn modelId="{77791D16-6C3C-4DBA-BA09-65348CF02699}" type="presParOf" srcId="{80AFF4F3-8F79-41C9-B104-CB013C0A1EEA}" destId="{6755DEAB-3D20-420D-BB83-37324E411F0E}" srcOrd="0" destOrd="0" presId="urn:microsoft.com/office/officeart/2005/8/layout/vList5"/>
    <dgm:cxn modelId="{253A0B48-EEC0-4BCA-8662-9068B5EB4541}" type="presParOf" srcId="{4C0E2128-6118-458D-8D86-8FEF168AC22E}" destId="{9F1AB039-3751-48EC-BFB0-644D82825B84}" srcOrd="31" destOrd="0" presId="urn:microsoft.com/office/officeart/2005/8/layout/vList5"/>
    <dgm:cxn modelId="{6705894F-7E71-4758-BFA0-0829D23EFD25}" type="presParOf" srcId="{4C0E2128-6118-458D-8D86-8FEF168AC22E}" destId="{E26E6169-2E4D-4517-A541-FC0163E76B38}" srcOrd="32" destOrd="0" presId="urn:microsoft.com/office/officeart/2005/8/layout/vList5"/>
    <dgm:cxn modelId="{7F74E630-1666-4649-A2D8-D297EA5168E5}" type="presParOf" srcId="{E26E6169-2E4D-4517-A541-FC0163E76B38}" destId="{FBC4387A-CCAD-4E5A-9559-1A6D9FB0F2AB}" srcOrd="0" destOrd="0" presId="urn:microsoft.com/office/officeart/2005/8/layout/vList5"/>
    <dgm:cxn modelId="{3FA365E4-CAB2-44BD-8D15-C7759B54B2E5}" type="presParOf" srcId="{4C0E2128-6118-458D-8D86-8FEF168AC22E}" destId="{4C9276D5-7A1E-49FE-A310-A2D83FD4D7FA}" srcOrd="33" destOrd="0" presId="urn:microsoft.com/office/officeart/2005/8/layout/vList5"/>
    <dgm:cxn modelId="{E4E5D87F-8C8B-4463-B713-5F440DD5956B}" type="presParOf" srcId="{4C0E2128-6118-458D-8D86-8FEF168AC22E}" destId="{6E3B7C43-6556-45EA-9D24-EA61D4C49AD0}" srcOrd="34" destOrd="0" presId="urn:microsoft.com/office/officeart/2005/8/layout/vList5"/>
    <dgm:cxn modelId="{931D0C35-BE25-4C16-B7CF-ACD6E7538BE8}" type="presParOf" srcId="{6E3B7C43-6556-45EA-9D24-EA61D4C49AD0}" destId="{133DEBE8-00C9-400A-A2ED-FC87D67DD302}" srcOrd="0" destOrd="0" presId="urn:microsoft.com/office/officeart/2005/8/layout/vList5"/>
    <dgm:cxn modelId="{6942CEB5-84E7-46BF-8000-60EC735E1669}" type="presParOf" srcId="{4C0E2128-6118-458D-8D86-8FEF168AC22E}" destId="{01B230DE-990E-4242-9E40-2382F41507C4}" srcOrd="35" destOrd="0" presId="urn:microsoft.com/office/officeart/2005/8/layout/vList5"/>
    <dgm:cxn modelId="{3F0720D7-0580-42F1-A5CE-B4EF91103358}" type="presParOf" srcId="{4C0E2128-6118-458D-8D86-8FEF168AC22E}" destId="{B8D4CB43-7232-4B04-B391-BEFEBC74FCA2}" srcOrd="36" destOrd="0" presId="urn:microsoft.com/office/officeart/2005/8/layout/vList5"/>
    <dgm:cxn modelId="{B759D807-D47F-4218-8434-01F59B580BB0}" type="presParOf" srcId="{B8D4CB43-7232-4B04-B391-BEFEBC74FCA2}" destId="{68767EA4-52B5-4475-B31C-971121CD2304}" srcOrd="0" destOrd="0" presId="urn:microsoft.com/office/officeart/2005/8/layout/vList5"/>
    <dgm:cxn modelId="{9DA6F136-134E-4A96-B09B-15DDC117067B}" type="presParOf" srcId="{4C0E2128-6118-458D-8D86-8FEF168AC22E}" destId="{816BEFE5-4905-4A06-AD27-4E0AC07CAF2B}" srcOrd="37" destOrd="0" presId="urn:microsoft.com/office/officeart/2005/8/layout/vList5"/>
    <dgm:cxn modelId="{4FC1CB4E-1F32-4646-A554-2F235061E23F}" type="presParOf" srcId="{4C0E2128-6118-458D-8D86-8FEF168AC22E}" destId="{65D9DE36-90A1-459B-A005-81B5E83E3401}" srcOrd="38" destOrd="0" presId="urn:microsoft.com/office/officeart/2005/8/layout/vList5"/>
    <dgm:cxn modelId="{3EAB0273-27CC-480E-9DD5-486D590FA4AC}" type="presParOf" srcId="{65D9DE36-90A1-459B-A005-81B5E83E3401}" destId="{78EB309E-8418-4662-8305-D4C6878C5AF9}" srcOrd="0" destOrd="0" presId="urn:microsoft.com/office/officeart/2005/8/layout/vList5"/>
    <dgm:cxn modelId="{B0AD97E0-873E-4100-A443-5B164BC221C7}" type="presParOf" srcId="{4C0E2128-6118-458D-8D86-8FEF168AC22E}" destId="{DA337CF8-608A-4B69-8169-243C4B35F635}" srcOrd="39" destOrd="0" presId="urn:microsoft.com/office/officeart/2005/8/layout/vList5"/>
    <dgm:cxn modelId="{8A9ADA56-8073-4862-9776-4CEAF3826E41}" type="presParOf" srcId="{4C0E2128-6118-458D-8D86-8FEF168AC22E}" destId="{E19D6B51-1574-4E2E-ADAD-488D8E64D041}" srcOrd="40" destOrd="0" presId="urn:microsoft.com/office/officeart/2005/8/layout/vList5"/>
    <dgm:cxn modelId="{42E3CEF6-9A7A-4056-B87E-97956C00FB1C}" type="presParOf" srcId="{E19D6B51-1574-4E2E-ADAD-488D8E64D041}" destId="{40D3546D-A8B6-4B0D-A936-2A4E5F93761F}" srcOrd="0" destOrd="0" presId="urn:microsoft.com/office/officeart/2005/8/layout/vList5"/>
    <dgm:cxn modelId="{31437865-9D19-4A1B-98A0-196D12108E1E}" type="presParOf" srcId="{4C0E2128-6118-458D-8D86-8FEF168AC22E}" destId="{0DD39909-7072-4E91-9F7B-B022CFEDD075}" srcOrd="41" destOrd="0" presId="urn:microsoft.com/office/officeart/2005/8/layout/vList5"/>
    <dgm:cxn modelId="{8EE28DF3-6329-4985-B4E6-45D4D76DE84A}" type="presParOf" srcId="{4C0E2128-6118-458D-8D86-8FEF168AC22E}" destId="{0829D43E-EF96-4811-B1F6-2947C6B75D56}" srcOrd="42" destOrd="0" presId="urn:microsoft.com/office/officeart/2005/8/layout/vList5"/>
    <dgm:cxn modelId="{99F6B091-D8D3-4470-B2F9-734DA4840C42}" type="presParOf" srcId="{0829D43E-EF96-4811-B1F6-2947C6B75D56}" destId="{BA2E8DFC-1030-4AB4-BED1-7E5A30F72279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6546F29-D7CE-4D7C-9E9F-8D6E2DAA187D}" type="doc">
      <dgm:prSet loTypeId="urn:microsoft.com/office/officeart/2005/8/layout/hProcess9" loCatId="process" qsTypeId="urn:microsoft.com/office/officeart/2005/8/quickstyle/simple4" qsCatId="simple" csTypeId="urn:microsoft.com/office/officeart/2005/8/colors/accent3_2" csCatId="accent3"/>
      <dgm:spPr/>
      <dgm:t>
        <a:bodyPr/>
        <a:lstStyle/>
        <a:p>
          <a:endParaRPr lang="en-US"/>
        </a:p>
      </dgm:t>
    </dgm:pt>
    <dgm:pt modelId="{CC8B37E5-CA9E-4299-8A8A-F46B3A4CEB69}">
      <dgm:prSet/>
      <dgm:spPr/>
      <dgm:t>
        <a:bodyPr/>
        <a:lstStyle/>
        <a:p>
          <a:pPr rtl="0"/>
          <a:r>
            <a:rPr lang="en-US" b="1">
              <a:latin typeface="Times New Roman" pitchFamily="18" charset="0"/>
              <a:cs typeface="Times New Roman" pitchFamily="18" charset="0"/>
            </a:rPr>
            <a:t>Dataset Collection:</a:t>
          </a:r>
          <a:br>
            <a:rPr lang="en-US" b="1">
              <a:latin typeface="Times New Roman" pitchFamily="18" charset="0"/>
              <a:cs typeface="Times New Roman" pitchFamily="18" charset="0"/>
            </a:rPr>
          </a:br>
          <a:r>
            <a:rPr lang="en-US" b="1">
              <a:latin typeface="Times New Roman" pitchFamily="18" charset="0"/>
              <a:cs typeface="Times New Roman" pitchFamily="18" charset="0"/>
            </a:rPr>
            <a:t>Gathered lab report images containing patient and test information.</a:t>
          </a:r>
        </a:p>
      </dgm:t>
    </dgm:pt>
    <dgm:pt modelId="{B4DC03EB-7508-4836-8A1F-84574848B9A6}" type="parTrans" cxnId="{73687746-A756-4021-93A2-831E431D986E}">
      <dgm:prSet/>
      <dgm:spPr/>
      <dgm:t>
        <a:bodyPr/>
        <a:lstStyle/>
        <a:p>
          <a:endParaRPr lang="en-US"/>
        </a:p>
      </dgm:t>
    </dgm:pt>
    <dgm:pt modelId="{D2D3C538-F9E3-4BDA-8226-50A4291FC735}" type="sibTrans" cxnId="{73687746-A756-4021-93A2-831E431D986E}">
      <dgm:prSet/>
      <dgm:spPr/>
      <dgm:t>
        <a:bodyPr/>
        <a:lstStyle/>
        <a:p>
          <a:endParaRPr lang="en-US"/>
        </a:p>
      </dgm:t>
    </dgm:pt>
    <dgm:pt modelId="{D53AF592-E147-479E-9550-DCE3437439CE}">
      <dgm:prSet/>
      <dgm:spPr/>
      <dgm:t>
        <a:bodyPr/>
        <a:lstStyle/>
        <a:p>
          <a:pPr rtl="0"/>
          <a:r>
            <a:rPr lang="en-US" b="1">
              <a:latin typeface="Times New Roman" pitchFamily="18" charset="0"/>
              <a:cs typeface="Times New Roman" pitchFamily="18" charset="0"/>
            </a:rPr>
            <a:t>Annotation Process:</a:t>
          </a:r>
          <a:br>
            <a:rPr lang="en-US" b="1">
              <a:latin typeface="Times New Roman" pitchFamily="18" charset="0"/>
              <a:cs typeface="Times New Roman" pitchFamily="18" charset="0"/>
            </a:rPr>
          </a:br>
          <a:r>
            <a:rPr lang="en-US" b="1">
              <a:latin typeface="Times New Roman" pitchFamily="18" charset="0"/>
              <a:cs typeface="Times New Roman" pitchFamily="18" charset="0"/>
            </a:rPr>
            <a:t>Used </a:t>
          </a:r>
          <a:r>
            <a:rPr lang="en-US" b="1" i="1">
              <a:latin typeface="Times New Roman" pitchFamily="18" charset="0"/>
              <a:cs typeface="Times New Roman" pitchFamily="18" charset="0"/>
            </a:rPr>
            <a:t>LabelImg</a:t>
          </a:r>
          <a:r>
            <a:rPr lang="en-US" b="1">
              <a:latin typeface="Times New Roman" pitchFamily="18" charset="0"/>
              <a:cs typeface="Times New Roman" pitchFamily="18" charset="0"/>
            </a:rPr>
            <a:t> to annotate key fields such as:</a:t>
          </a:r>
        </a:p>
      </dgm:t>
    </dgm:pt>
    <dgm:pt modelId="{F88026D2-E097-4B52-B23B-90799B58B61C}" type="parTrans" cxnId="{B4EF3AAC-E1B1-4B1D-918F-55BB2131C7E8}">
      <dgm:prSet/>
      <dgm:spPr/>
      <dgm:t>
        <a:bodyPr/>
        <a:lstStyle/>
        <a:p>
          <a:endParaRPr lang="en-US"/>
        </a:p>
      </dgm:t>
    </dgm:pt>
    <dgm:pt modelId="{61D650A9-ACE1-4D48-986E-3ECA9AF5AD44}" type="sibTrans" cxnId="{B4EF3AAC-E1B1-4B1D-918F-55BB2131C7E8}">
      <dgm:prSet/>
      <dgm:spPr/>
      <dgm:t>
        <a:bodyPr/>
        <a:lstStyle/>
        <a:p>
          <a:endParaRPr lang="en-US"/>
        </a:p>
      </dgm:t>
    </dgm:pt>
    <dgm:pt modelId="{4AB6183C-AF63-4F95-A9B9-90D9BB72D71D}">
      <dgm:prSet/>
      <dgm:spPr/>
      <dgm:t>
        <a:bodyPr/>
        <a:lstStyle/>
        <a:p>
          <a:pPr rtl="0"/>
          <a:r>
            <a:rPr lang="en-US" b="1">
              <a:latin typeface="Times New Roman" pitchFamily="18" charset="0"/>
              <a:cs typeface="Times New Roman" pitchFamily="18" charset="0"/>
            </a:rPr>
            <a:t>Patient Name</a:t>
          </a:r>
        </a:p>
      </dgm:t>
    </dgm:pt>
    <dgm:pt modelId="{EF105B1C-8D03-43E6-8F1D-D593C9E113B5}" type="parTrans" cxnId="{DE637320-43BD-4680-8EF1-6059DC6BE267}">
      <dgm:prSet/>
      <dgm:spPr/>
      <dgm:t>
        <a:bodyPr/>
        <a:lstStyle/>
        <a:p>
          <a:endParaRPr lang="en-US"/>
        </a:p>
      </dgm:t>
    </dgm:pt>
    <dgm:pt modelId="{ACED87FB-F453-430E-9E24-EEC24C548421}" type="sibTrans" cxnId="{DE637320-43BD-4680-8EF1-6059DC6BE267}">
      <dgm:prSet/>
      <dgm:spPr/>
      <dgm:t>
        <a:bodyPr/>
        <a:lstStyle/>
        <a:p>
          <a:endParaRPr lang="en-US"/>
        </a:p>
      </dgm:t>
    </dgm:pt>
    <dgm:pt modelId="{68347F75-9458-4D03-A733-BD551179F237}">
      <dgm:prSet/>
      <dgm:spPr/>
      <dgm:t>
        <a:bodyPr/>
        <a:lstStyle/>
        <a:p>
          <a:pPr rtl="0"/>
          <a:r>
            <a:rPr lang="en-US" b="1">
              <a:latin typeface="Times New Roman" pitchFamily="18" charset="0"/>
              <a:cs typeface="Times New Roman" pitchFamily="18" charset="0"/>
            </a:rPr>
            <a:t>Age/Sex</a:t>
          </a:r>
        </a:p>
      </dgm:t>
    </dgm:pt>
    <dgm:pt modelId="{E6593EB6-6A2B-4EEF-B8AC-B754D8D3BA80}" type="parTrans" cxnId="{5BBA6049-4418-4F35-85CC-89837377C994}">
      <dgm:prSet/>
      <dgm:spPr/>
      <dgm:t>
        <a:bodyPr/>
        <a:lstStyle/>
        <a:p>
          <a:endParaRPr lang="en-US"/>
        </a:p>
      </dgm:t>
    </dgm:pt>
    <dgm:pt modelId="{7ADED7A4-BF21-403D-95D1-33AF86C005D4}" type="sibTrans" cxnId="{5BBA6049-4418-4F35-85CC-89837377C994}">
      <dgm:prSet/>
      <dgm:spPr/>
      <dgm:t>
        <a:bodyPr/>
        <a:lstStyle/>
        <a:p>
          <a:endParaRPr lang="en-US"/>
        </a:p>
      </dgm:t>
    </dgm:pt>
    <dgm:pt modelId="{D1D2C7E9-490C-4654-99C9-66796693FDBA}">
      <dgm:prSet/>
      <dgm:spPr/>
      <dgm:t>
        <a:bodyPr/>
        <a:lstStyle/>
        <a:p>
          <a:pPr rtl="0"/>
          <a:r>
            <a:rPr lang="en-US" b="1">
              <a:latin typeface="Times New Roman" pitchFamily="18" charset="0"/>
              <a:cs typeface="Times New Roman" pitchFamily="18" charset="0"/>
            </a:rPr>
            <a:t>Sample ID</a:t>
          </a:r>
        </a:p>
      </dgm:t>
    </dgm:pt>
    <dgm:pt modelId="{A5A917DD-D6B7-412E-840C-04DE780D8E51}" type="parTrans" cxnId="{5431C1A3-B656-4560-BA80-3AD0F5390623}">
      <dgm:prSet/>
      <dgm:spPr/>
      <dgm:t>
        <a:bodyPr/>
        <a:lstStyle/>
        <a:p>
          <a:endParaRPr lang="en-US"/>
        </a:p>
      </dgm:t>
    </dgm:pt>
    <dgm:pt modelId="{10083D87-B315-4D11-8283-80E536E04B5C}" type="sibTrans" cxnId="{5431C1A3-B656-4560-BA80-3AD0F5390623}">
      <dgm:prSet/>
      <dgm:spPr/>
      <dgm:t>
        <a:bodyPr/>
        <a:lstStyle/>
        <a:p>
          <a:endParaRPr lang="en-US"/>
        </a:p>
      </dgm:t>
    </dgm:pt>
    <dgm:pt modelId="{25C196D4-5B90-43FB-8D87-4D3503AEB7E7}">
      <dgm:prSet/>
      <dgm:spPr/>
      <dgm:t>
        <a:bodyPr/>
        <a:lstStyle/>
        <a:p>
          <a:pPr rtl="0"/>
          <a:r>
            <a:rPr lang="en-US" b="1">
              <a:latin typeface="Times New Roman" pitchFamily="18" charset="0"/>
              <a:cs typeface="Times New Roman" pitchFamily="18" charset="0"/>
            </a:rPr>
            <a:t>Test Name</a:t>
          </a:r>
        </a:p>
      </dgm:t>
    </dgm:pt>
    <dgm:pt modelId="{FC5650EB-792E-448B-B891-ACF267861E7B}" type="parTrans" cxnId="{B42BF013-19B9-4D4F-9CCD-F452EBEC264D}">
      <dgm:prSet/>
      <dgm:spPr/>
      <dgm:t>
        <a:bodyPr/>
        <a:lstStyle/>
        <a:p>
          <a:endParaRPr lang="en-US"/>
        </a:p>
      </dgm:t>
    </dgm:pt>
    <dgm:pt modelId="{19DA673A-F49C-4992-922C-9F4F842C3105}" type="sibTrans" cxnId="{B42BF013-19B9-4D4F-9CCD-F452EBEC264D}">
      <dgm:prSet/>
      <dgm:spPr/>
      <dgm:t>
        <a:bodyPr/>
        <a:lstStyle/>
        <a:p>
          <a:endParaRPr lang="en-US"/>
        </a:p>
      </dgm:t>
    </dgm:pt>
    <dgm:pt modelId="{01D435B2-2DFE-4BA3-97ED-7114BE7EA0BA}">
      <dgm:prSet/>
      <dgm:spPr/>
      <dgm:t>
        <a:bodyPr/>
        <a:lstStyle/>
        <a:p>
          <a:pPr rtl="0"/>
          <a:r>
            <a:rPr lang="en-US" b="1">
              <a:latin typeface="Times New Roman" pitchFamily="18" charset="0"/>
              <a:cs typeface="Times New Roman" pitchFamily="18" charset="0"/>
            </a:rPr>
            <a:t>T3, T4, and TSH values</a:t>
          </a:r>
        </a:p>
      </dgm:t>
    </dgm:pt>
    <dgm:pt modelId="{08D8C4FD-AAC0-4C41-B6B8-DF0AA21DE848}" type="parTrans" cxnId="{1BE1882B-BF1F-4CB8-9B74-B0BBE3102B62}">
      <dgm:prSet/>
      <dgm:spPr/>
      <dgm:t>
        <a:bodyPr/>
        <a:lstStyle/>
        <a:p>
          <a:endParaRPr lang="en-US"/>
        </a:p>
      </dgm:t>
    </dgm:pt>
    <dgm:pt modelId="{A112E4A1-DEB6-41C7-9294-872E2582D0A3}" type="sibTrans" cxnId="{1BE1882B-BF1F-4CB8-9B74-B0BBE3102B62}">
      <dgm:prSet/>
      <dgm:spPr/>
      <dgm:t>
        <a:bodyPr/>
        <a:lstStyle/>
        <a:p>
          <a:endParaRPr lang="en-US"/>
        </a:p>
      </dgm:t>
    </dgm:pt>
    <dgm:pt modelId="{6A1866A2-AF42-4A1F-B277-F3B0E422634E}">
      <dgm:prSet/>
      <dgm:spPr/>
      <dgm:t>
        <a:bodyPr/>
        <a:lstStyle/>
        <a:p>
          <a:pPr rtl="0"/>
          <a:r>
            <a:rPr lang="en-US" b="1">
              <a:latin typeface="Times New Roman" pitchFamily="18" charset="0"/>
              <a:cs typeface="Times New Roman" pitchFamily="18" charset="0"/>
            </a:rPr>
            <a:t>Annotation Format:</a:t>
          </a:r>
          <a:br>
            <a:rPr lang="en-US" b="1">
              <a:latin typeface="Times New Roman" pitchFamily="18" charset="0"/>
              <a:cs typeface="Times New Roman" pitchFamily="18" charset="0"/>
            </a:rPr>
          </a:br>
          <a:r>
            <a:rPr lang="en-US" b="1">
              <a:latin typeface="Times New Roman" pitchFamily="18" charset="0"/>
              <a:cs typeface="Times New Roman" pitchFamily="18" charset="0"/>
            </a:rPr>
            <a:t>Exported annotations in YOLO format:</a:t>
          </a:r>
        </a:p>
      </dgm:t>
    </dgm:pt>
    <dgm:pt modelId="{7F2F9FFE-9505-4A78-9603-294D4D2EC3FA}" type="parTrans" cxnId="{E4C99723-60FC-4EC1-8709-A623A70722B1}">
      <dgm:prSet/>
      <dgm:spPr/>
      <dgm:t>
        <a:bodyPr/>
        <a:lstStyle/>
        <a:p>
          <a:endParaRPr lang="en-US"/>
        </a:p>
      </dgm:t>
    </dgm:pt>
    <dgm:pt modelId="{8124BE36-0172-4C33-A594-2E2AE79254F5}" type="sibTrans" cxnId="{E4C99723-60FC-4EC1-8709-A623A70722B1}">
      <dgm:prSet/>
      <dgm:spPr/>
      <dgm:t>
        <a:bodyPr/>
        <a:lstStyle/>
        <a:p>
          <a:endParaRPr lang="en-US"/>
        </a:p>
      </dgm:t>
    </dgm:pt>
    <dgm:pt modelId="{76A51526-E129-4AAA-8246-8CE4BFD6F9B5}">
      <dgm:prSet/>
      <dgm:spPr/>
      <dgm:t>
        <a:bodyPr/>
        <a:lstStyle/>
        <a:p>
          <a:pPr rtl="0"/>
          <a:r>
            <a:rPr lang="en-US" b="1">
              <a:latin typeface="Times New Roman" pitchFamily="18" charset="0"/>
              <a:cs typeface="Times New Roman" pitchFamily="18" charset="0"/>
            </a:rPr>
            <a:t>class_id x_center y_center width height </a:t>
          </a:r>
        </a:p>
      </dgm:t>
    </dgm:pt>
    <dgm:pt modelId="{739DAB08-790A-4658-B389-59E4DD02451D}" type="parTrans" cxnId="{29A6D45F-C878-4E7B-9525-8939CB85F5C4}">
      <dgm:prSet/>
      <dgm:spPr/>
      <dgm:t>
        <a:bodyPr/>
        <a:lstStyle/>
        <a:p>
          <a:endParaRPr lang="en-US"/>
        </a:p>
      </dgm:t>
    </dgm:pt>
    <dgm:pt modelId="{EDCBD238-2754-4332-A190-93E1357D0074}" type="sibTrans" cxnId="{29A6D45F-C878-4E7B-9525-8939CB85F5C4}">
      <dgm:prSet/>
      <dgm:spPr/>
      <dgm:t>
        <a:bodyPr/>
        <a:lstStyle/>
        <a:p>
          <a:endParaRPr lang="en-US"/>
        </a:p>
      </dgm:t>
    </dgm:pt>
    <dgm:pt modelId="{F7AD4582-3CD4-474F-AAC2-4E9D23D191B9}">
      <dgm:prSet/>
      <dgm:spPr/>
      <dgm:t>
        <a:bodyPr/>
        <a:lstStyle/>
        <a:p>
          <a:pPr rtl="0"/>
          <a:r>
            <a:rPr lang="en-US" b="1">
              <a:latin typeface="Times New Roman" pitchFamily="18" charset="0"/>
              <a:cs typeface="Times New Roman" pitchFamily="18" charset="0"/>
            </a:rPr>
            <a:t>Preprocessing:</a:t>
          </a:r>
        </a:p>
      </dgm:t>
    </dgm:pt>
    <dgm:pt modelId="{B98B474A-F2BA-4975-A7D1-091769D4558E}" type="parTrans" cxnId="{CA24F31F-DF9E-4B61-AB1D-37C049935B28}">
      <dgm:prSet/>
      <dgm:spPr/>
      <dgm:t>
        <a:bodyPr/>
        <a:lstStyle/>
        <a:p>
          <a:endParaRPr lang="en-US"/>
        </a:p>
      </dgm:t>
    </dgm:pt>
    <dgm:pt modelId="{D0E540C5-7CB0-4154-815B-74372A8BDFC8}" type="sibTrans" cxnId="{CA24F31F-DF9E-4B61-AB1D-37C049935B28}">
      <dgm:prSet/>
      <dgm:spPr/>
      <dgm:t>
        <a:bodyPr/>
        <a:lstStyle/>
        <a:p>
          <a:endParaRPr lang="en-US"/>
        </a:p>
      </dgm:t>
    </dgm:pt>
    <dgm:pt modelId="{0BF44FB4-B20B-4578-BC55-990ED97B983A}">
      <dgm:prSet/>
      <dgm:spPr/>
      <dgm:t>
        <a:bodyPr/>
        <a:lstStyle/>
        <a:p>
          <a:pPr rtl="0"/>
          <a:r>
            <a:rPr lang="en-US" b="1">
              <a:latin typeface="Times New Roman" pitchFamily="18" charset="0"/>
              <a:cs typeface="Times New Roman" pitchFamily="18" charset="0"/>
            </a:rPr>
            <a:t>Resized all images to 416×416 pixels (YOLO input size).</a:t>
          </a:r>
        </a:p>
      </dgm:t>
    </dgm:pt>
    <dgm:pt modelId="{E1D1EE9B-430B-4AB1-92E2-8F6AB527CE73}" type="parTrans" cxnId="{F2479EE7-C468-4E77-9688-FD506754DACE}">
      <dgm:prSet/>
      <dgm:spPr/>
      <dgm:t>
        <a:bodyPr/>
        <a:lstStyle/>
        <a:p>
          <a:endParaRPr lang="en-US"/>
        </a:p>
      </dgm:t>
    </dgm:pt>
    <dgm:pt modelId="{C1CE2726-3947-4FED-99A0-3054AB13ABC1}" type="sibTrans" cxnId="{F2479EE7-C468-4E77-9688-FD506754DACE}">
      <dgm:prSet/>
      <dgm:spPr/>
      <dgm:t>
        <a:bodyPr/>
        <a:lstStyle/>
        <a:p>
          <a:endParaRPr lang="en-US"/>
        </a:p>
      </dgm:t>
    </dgm:pt>
    <dgm:pt modelId="{74EC23B1-49E1-447A-8FFD-1C1916638C66}">
      <dgm:prSet/>
      <dgm:spPr/>
      <dgm:t>
        <a:bodyPr/>
        <a:lstStyle/>
        <a:p>
          <a:pPr rtl="0"/>
          <a:r>
            <a:rPr lang="en-US" b="1">
              <a:latin typeface="Times New Roman" pitchFamily="18" charset="0"/>
              <a:cs typeface="Times New Roman" pitchFamily="18" charset="0"/>
            </a:rPr>
            <a:t>Enhanced clarity using brightness/contrast adjustments.</a:t>
          </a:r>
        </a:p>
      </dgm:t>
    </dgm:pt>
    <dgm:pt modelId="{A90BC908-73BE-455A-B590-0BF137613AA5}" type="parTrans" cxnId="{5B771B2B-37C1-4485-9715-FCA63B000F46}">
      <dgm:prSet/>
      <dgm:spPr/>
      <dgm:t>
        <a:bodyPr/>
        <a:lstStyle/>
        <a:p>
          <a:endParaRPr lang="en-US"/>
        </a:p>
      </dgm:t>
    </dgm:pt>
    <dgm:pt modelId="{60186450-9050-44DA-979E-82C7123C030C}" type="sibTrans" cxnId="{5B771B2B-37C1-4485-9715-FCA63B000F46}">
      <dgm:prSet/>
      <dgm:spPr/>
      <dgm:t>
        <a:bodyPr/>
        <a:lstStyle/>
        <a:p>
          <a:endParaRPr lang="en-US"/>
        </a:p>
      </dgm:t>
    </dgm:pt>
    <dgm:pt modelId="{49E3C6CA-4D97-4E50-A5EA-B3B6C3640204}">
      <dgm:prSet/>
      <dgm:spPr/>
      <dgm:t>
        <a:bodyPr/>
        <a:lstStyle/>
        <a:p>
          <a:pPr rtl="0"/>
          <a:r>
            <a:rPr lang="en-US" b="1">
              <a:latin typeface="Times New Roman" pitchFamily="18" charset="0"/>
              <a:cs typeface="Times New Roman" pitchFamily="18" charset="0"/>
            </a:rPr>
            <a:t>Ensured proper image–annotation matching.</a:t>
          </a:r>
        </a:p>
      </dgm:t>
    </dgm:pt>
    <dgm:pt modelId="{EB652326-455E-4D3A-BE64-70BF1C1AE37A}" type="parTrans" cxnId="{45A9E4D7-76B1-4B8B-954D-BA652EEED1BB}">
      <dgm:prSet/>
      <dgm:spPr/>
      <dgm:t>
        <a:bodyPr/>
        <a:lstStyle/>
        <a:p>
          <a:endParaRPr lang="en-US"/>
        </a:p>
      </dgm:t>
    </dgm:pt>
    <dgm:pt modelId="{D565757B-ACB5-4BAA-B45A-7FA776C03E6B}" type="sibTrans" cxnId="{45A9E4D7-76B1-4B8B-954D-BA652EEED1BB}">
      <dgm:prSet/>
      <dgm:spPr/>
      <dgm:t>
        <a:bodyPr/>
        <a:lstStyle/>
        <a:p>
          <a:endParaRPr lang="en-US"/>
        </a:p>
      </dgm:t>
    </dgm:pt>
    <dgm:pt modelId="{551BEB53-6BE3-4D40-9798-6DF571D4234F}">
      <dgm:prSet/>
      <dgm:spPr/>
      <dgm:t>
        <a:bodyPr/>
        <a:lstStyle/>
        <a:p>
          <a:pPr rtl="0"/>
          <a:r>
            <a:rPr lang="en-US" b="1">
              <a:latin typeface="Times New Roman" pitchFamily="18" charset="0"/>
              <a:cs typeface="Times New Roman" pitchFamily="18" charset="0"/>
            </a:rPr>
            <a:t>Data Split:</a:t>
          </a:r>
        </a:p>
      </dgm:t>
    </dgm:pt>
    <dgm:pt modelId="{07847A40-1BAF-4EAD-8E2D-B91DB44D967A}" type="parTrans" cxnId="{D9E0AFE6-52BB-4C69-A2C3-C9DBE5DCC495}">
      <dgm:prSet/>
      <dgm:spPr/>
      <dgm:t>
        <a:bodyPr/>
        <a:lstStyle/>
        <a:p>
          <a:endParaRPr lang="en-US"/>
        </a:p>
      </dgm:t>
    </dgm:pt>
    <dgm:pt modelId="{0F132851-AB2D-4B3A-B35D-A4990A179E40}" type="sibTrans" cxnId="{D9E0AFE6-52BB-4C69-A2C3-C9DBE5DCC495}">
      <dgm:prSet/>
      <dgm:spPr/>
      <dgm:t>
        <a:bodyPr/>
        <a:lstStyle/>
        <a:p>
          <a:endParaRPr lang="en-US"/>
        </a:p>
      </dgm:t>
    </dgm:pt>
    <dgm:pt modelId="{5607821B-C93D-4FC2-92E3-93BE55B54CD1}">
      <dgm:prSet/>
      <dgm:spPr/>
      <dgm:t>
        <a:bodyPr/>
        <a:lstStyle/>
        <a:p>
          <a:pPr rtl="0"/>
          <a:r>
            <a:rPr lang="en-US" b="1">
              <a:latin typeface="Times New Roman" pitchFamily="18" charset="0"/>
              <a:cs typeface="Times New Roman" pitchFamily="18" charset="0"/>
            </a:rPr>
            <a:t>80% of images used for training</a:t>
          </a:r>
        </a:p>
      </dgm:t>
    </dgm:pt>
    <dgm:pt modelId="{4CA9EE72-9FAD-49B3-9E5F-FE38DF020601}" type="parTrans" cxnId="{2879AAB3-AC04-418B-89C5-D31134578087}">
      <dgm:prSet/>
      <dgm:spPr/>
      <dgm:t>
        <a:bodyPr/>
        <a:lstStyle/>
        <a:p>
          <a:endParaRPr lang="en-US"/>
        </a:p>
      </dgm:t>
    </dgm:pt>
    <dgm:pt modelId="{F7A33AB0-2814-4F70-A160-AE2028234B13}" type="sibTrans" cxnId="{2879AAB3-AC04-418B-89C5-D31134578087}">
      <dgm:prSet/>
      <dgm:spPr/>
      <dgm:t>
        <a:bodyPr/>
        <a:lstStyle/>
        <a:p>
          <a:endParaRPr lang="en-US"/>
        </a:p>
      </dgm:t>
    </dgm:pt>
    <dgm:pt modelId="{CD3D0EEA-C1A4-421A-95C6-DD907DD03329}">
      <dgm:prSet/>
      <dgm:spPr/>
      <dgm:t>
        <a:bodyPr/>
        <a:lstStyle/>
        <a:p>
          <a:pPr rtl="0"/>
          <a:r>
            <a:rPr lang="en-US" b="1">
              <a:latin typeface="Times New Roman" pitchFamily="18" charset="0"/>
              <a:cs typeface="Times New Roman" pitchFamily="18" charset="0"/>
            </a:rPr>
            <a:t>20% reserved for testing and validation</a:t>
          </a:r>
        </a:p>
      </dgm:t>
    </dgm:pt>
    <dgm:pt modelId="{03BD0B9C-971F-4AD9-A199-2614BC6BD48A}" type="parTrans" cxnId="{613DAE2B-2870-4077-985B-1A8767BA79EC}">
      <dgm:prSet/>
      <dgm:spPr/>
      <dgm:t>
        <a:bodyPr/>
        <a:lstStyle/>
        <a:p>
          <a:endParaRPr lang="en-US"/>
        </a:p>
      </dgm:t>
    </dgm:pt>
    <dgm:pt modelId="{E98EEA41-D2B0-4DB4-BDB0-D1EE8CFD0A3B}" type="sibTrans" cxnId="{613DAE2B-2870-4077-985B-1A8767BA79EC}">
      <dgm:prSet/>
      <dgm:spPr/>
      <dgm:t>
        <a:bodyPr/>
        <a:lstStyle/>
        <a:p>
          <a:endParaRPr lang="en-US"/>
        </a:p>
      </dgm:t>
    </dgm:pt>
    <dgm:pt modelId="{3FBD4F98-0BB1-4B43-B27C-6CC3B42E039B}" type="pres">
      <dgm:prSet presAssocID="{66546F29-D7CE-4D7C-9E9F-8D6E2DAA187D}" presName="CompostProcess" presStyleCnt="0">
        <dgm:presLayoutVars>
          <dgm:dir/>
          <dgm:resizeHandles val="exact"/>
        </dgm:presLayoutVars>
      </dgm:prSet>
      <dgm:spPr/>
    </dgm:pt>
    <dgm:pt modelId="{F2E03D09-A0B0-41B3-A5B6-167ED1DB9C88}" type="pres">
      <dgm:prSet presAssocID="{66546F29-D7CE-4D7C-9E9F-8D6E2DAA187D}" presName="arrow" presStyleLbl="bgShp" presStyleIdx="0" presStyleCnt="1"/>
      <dgm:spPr/>
    </dgm:pt>
    <dgm:pt modelId="{1FDFC9E6-F229-4317-BE37-F441167BA2E9}" type="pres">
      <dgm:prSet presAssocID="{66546F29-D7CE-4D7C-9E9F-8D6E2DAA187D}" presName="linearProcess" presStyleCnt="0"/>
      <dgm:spPr/>
    </dgm:pt>
    <dgm:pt modelId="{9875D9D8-8055-4591-86A9-6671D4FA4AB8}" type="pres">
      <dgm:prSet presAssocID="{CC8B37E5-CA9E-4299-8A8A-F46B3A4CEB69}" presName="textNode" presStyleLbl="node1" presStyleIdx="0" presStyleCnt="6">
        <dgm:presLayoutVars>
          <dgm:bulletEnabled val="1"/>
        </dgm:presLayoutVars>
      </dgm:prSet>
      <dgm:spPr/>
    </dgm:pt>
    <dgm:pt modelId="{51D7AA39-08FF-4910-B0D7-21B25A9E0D3C}" type="pres">
      <dgm:prSet presAssocID="{D2D3C538-F9E3-4BDA-8226-50A4291FC735}" presName="sibTrans" presStyleCnt="0"/>
      <dgm:spPr/>
    </dgm:pt>
    <dgm:pt modelId="{86824DA2-DD48-41EF-977C-BFAFE712800B}" type="pres">
      <dgm:prSet presAssocID="{D53AF592-E147-479E-9550-DCE3437439CE}" presName="textNode" presStyleLbl="node1" presStyleIdx="1" presStyleCnt="6">
        <dgm:presLayoutVars>
          <dgm:bulletEnabled val="1"/>
        </dgm:presLayoutVars>
      </dgm:prSet>
      <dgm:spPr/>
    </dgm:pt>
    <dgm:pt modelId="{DE0E2335-1A1E-4F24-BD82-D309F0C8BE92}" type="pres">
      <dgm:prSet presAssocID="{61D650A9-ACE1-4D48-986E-3ECA9AF5AD44}" presName="sibTrans" presStyleCnt="0"/>
      <dgm:spPr/>
    </dgm:pt>
    <dgm:pt modelId="{CA61976B-FC11-46A0-AF17-762CBF0C014E}" type="pres">
      <dgm:prSet presAssocID="{6A1866A2-AF42-4A1F-B277-F3B0E422634E}" presName="textNode" presStyleLbl="node1" presStyleIdx="2" presStyleCnt="6">
        <dgm:presLayoutVars>
          <dgm:bulletEnabled val="1"/>
        </dgm:presLayoutVars>
      </dgm:prSet>
      <dgm:spPr/>
    </dgm:pt>
    <dgm:pt modelId="{EF16AD43-4F6C-4D2D-80A2-736984AE46ED}" type="pres">
      <dgm:prSet presAssocID="{8124BE36-0172-4C33-A594-2E2AE79254F5}" presName="sibTrans" presStyleCnt="0"/>
      <dgm:spPr/>
    </dgm:pt>
    <dgm:pt modelId="{C7A92DE4-DFD6-4552-B88B-774D10FBD51C}" type="pres">
      <dgm:prSet presAssocID="{76A51526-E129-4AAA-8246-8CE4BFD6F9B5}" presName="textNode" presStyleLbl="node1" presStyleIdx="3" presStyleCnt="6">
        <dgm:presLayoutVars>
          <dgm:bulletEnabled val="1"/>
        </dgm:presLayoutVars>
      </dgm:prSet>
      <dgm:spPr/>
    </dgm:pt>
    <dgm:pt modelId="{A0898E33-6D2C-4FD2-9CA9-992DF30EF9AF}" type="pres">
      <dgm:prSet presAssocID="{EDCBD238-2754-4332-A190-93E1357D0074}" presName="sibTrans" presStyleCnt="0"/>
      <dgm:spPr/>
    </dgm:pt>
    <dgm:pt modelId="{18B8944C-A52C-44A4-941A-DAA69BB39A79}" type="pres">
      <dgm:prSet presAssocID="{F7AD4582-3CD4-474F-AAC2-4E9D23D191B9}" presName="textNode" presStyleLbl="node1" presStyleIdx="4" presStyleCnt="6">
        <dgm:presLayoutVars>
          <dgm:bulletEnabled val="1"/>
        </dgm:presLayoutVars>
      </dgm:prSet>
      <dgm:spPr/>
    </dgm:pt>
    <dgm:pt modelId="{0C4E6995-D8C6-4154-A3EF-F74AE328E3C0}" type="pres">
      <dgm:prSet presAssocID="{D0E540C5-7CB0-4154-815B-74372A8BDFC8}" presName="sibTrans" presStyleCnt="0"/>
      <dgm:spPr/>
    </dgm:pt>
    <dgm:pt modelId="{B432050B-0654-4B0E-BA91-2640D535022B}" type="pres">
      <dgm:prSet presAssocID="{551BEB53-6BE3-4D40-9798-6DF571D4234F}" presName="textNode" presStyleLbl="node1" presStyleIdx="5" presStyleCnt="6">
        <dgm:presLayoutVars>
          <dgm:bulletEnabled val="1"/>
        </dgm:presLayoutVars>
      </dgm:prSet>
      <dgm:spPr/>
    </dgm:pt>
  </dgm:ptLst>
  <dgm:cxnLst>
    <dgm:cxn modelId="{0BA2DC0A-0F25-4C3F-9FCD-4D28FA9428B6}" type="presOf" srcId="{4AB6183C-AF63-4F95-A9B9-90D9BB72D71D}" destId="{86824DA2-DD48-41EF-977C-BFAFE712800B}" srcOrd="0" destOrd="1" presId="urn:microsoft.com/office/officeart/2005/8/layout/hProcess9"/>
    <dgm:cxn modelId="{B42BF013-19B9-4D4F-9CCD-F452EBEC264D}" srcId="{D53AF592-E147-479E-9550-DCE3437439CE}" destId="{25C196D4-5B90-43FB-8D87-4D3503AEB7E7}" srcOrd="3" destOrd="0" parTransId="{FC5650EB-792E-448B-B891-ACF267861E7B}" sibTransId="{19DA673A-F49C-4992-922C-9F4F842C3105}"/>
    <dgm:cxn modelId="{CA24F31F-DF9E-4B61-AB1D-37C049935B28}" srcId="{66546F29-D7CE-4D7C-9E9F-8D6E2DAA187D}" destId="{F7AD4582-3CD4-474F-AAC2-4E9D23D191B9}" srcOrd="4" destOrd="0" parTransId="{B98B474A-F2BA-4975-A7D1-091769D4558E}" sibTransId="{D0E540C5-7CB0-4154-815B-74372A8BDFC8}"/>
    <dgm:cxn modelId="{DE637320-43BD-4680-8EF1-6059DC6BE267}" srcId="{D53AF592-E147-479E-9550-DCE3437439CE}" destId="{4AB6183C-AF63-4F95-A9B9-90D9BB72D71D}" srcOrd="0" destOrd="0" parTransId="{EF105B1C-8D03-43E6-8F1D-D593C9E113B5}" sibTransId="{ACED87FB-F453-430E-9E24-EEC24C548421}"/>
    <dgm:cxn modelId="{5C51EC20-B652-492A-BEBD-7602B403BD98}" type="presOf" srcId="{CC8B37E5-CA9E-4299-8A8A-F46B3A4CEB69}" destId="{9875D9D8-8055-4591-86A9-6671D4FA4AB8}" srcOrd="0" destOrd="0" presId="urn:microsoft.com/office/officeart/2005/8/layout/hProcess9"/>
    <dgm:cxn modelId="{E4C99723-60FC-4EC1-8709-A623A70722B1}" srcId="{66546F29-D7CE-4D7C-9E9F-8D6E2DAA187D}" destId="{6A1866A2-AF42-4A1F-B277-F3B0E422634E}" srcOrd="2" destOrd="0" parTransId="{7F2F9FFE-9505-4A78-9603-294D4D2EC3FA}" sibTransId="{8124BE36-0172-4C33-A594-2E2AE79254F5}"/>
    <dgm:cxn modelId="{5B771B2B-37C1-4485-9715-FCA63B000F46}" srcId="{F7AD4582-3CD4-474F-AAC2-4E9D23D191B9}" destId="{74EC23B1-49E1-447A-8FFD-1C1916638C66}" srcOrd="1" destOrd="0" parTransId="{A90BC908-73BE-455A-B590-0BF137613AA5}" sibTransId="{60186450-9050-44DA-979E-82C7123C030C}"/>
    <dgm:cxn modelId="{1BE1882B-BF1F-4CB8-9B74-B0BBE3102B62}" srcId="{D53AF592-E147-479E-9550-DCE3437439CE}" destId="{01D435B2-2DFE-4BA3-97ED-7114BE7EA0BA}" srcOrd="4" destOrd="0" parTransId="{08D8C4FD-AAC0-4C41-B6B8-DF0AA21DE848}" sibTransId="{A112E4A1-DEB6-41C7-9294-872E2582D0A3}"/>
    <dgm:cxn modelId="{613DAE2B-2870-4077-985B-1A8767BA79EC}" srcId="{551BEB53-6BE3-4D40-9798-6DF571D4234F}" destId="{CD3D0EEA-C1A4-421A-95C6-DD907DD03329}" srcOrd="1" destOrd="0" parTransId="{03BD0B9C-971F-4AD9-A199-2614BC6BD48A}" sibTransId="{E98EEA41-D2B0-4DB4-BDB0-D1EE8CFD0A3B}"/>
    <dgm:cxn modelId="{AB2D6530-D320-448F-B4EB-BD3ECA19EC1A}" type="presOf" srcId="{49E3C6CA-4D97-4E50-A5EA-B3B6C3640204}" destId="{18B8944C-A52C-44A4-941A-DAA69BB39A79}" srcOrd="0" destOrd="3" presId="urn:microsoft.com/office/officeart/2005/8/layout/hProcess9"/>
    <dgm:cxn modelId="{29A6D45F-C878-4E7B-9525-8939CB85F5C4}" srcId="{66546F29-D7CE-4D7C-9E9F-8D6E2DAA187D}" destId="{76A51526-E129-4AAA-8246-8CE4BFD6F9B5}" srcOrd="3" destOrd="0" parTransId="{739DAB08-790A-4658-B389-59E4DD02451D}" sibTransId="{EDCBD238-2754-4332-A190-93E1357D0074}"/>
    <dgm:cxn modelId="{73687746-A756-4021-93A2-831E431D986E}" srcId="{66546F29-D7CE-4D7C-9E9F-8D6E2DAA187D}" destId="{CC8B37E5-CA9E-4299-8A8A-F46B3A4CEB69}" srcOrd="0" destOrd="0" parTransId="{B4DC03EB-7508-4836-8A1F-84574848B9A6}" sibTransId="{D2D3C538-F9E3-4BDA-8226-50A4291FC735}"/>
    <dgm:cxn modelId="{5299B867-0FA2-4E71-BD8B-8577FA1154DA}" type="presOf" srcId="{76A51526-E129-4AAA-8246-8CE4BFD6F9B5}" destId="{C7A92DE4-DFD6-4552-B88B-774D10FBD51C}" srcOrd="0" destOrd="0" presId="urn:microsoft.com/office/officeart/2005/8/layout/hProcess9"/>
    <dgm:cxn modelId="{5BBA6049-4418-4F35-85CC-89837377C994}" srcId="{D53AF592-E147-479E-9550-DCE3437439CE}" destId="{68347F75-9458-4D03-A733-BD551179F237}" srcOrd="1" destOrd="0" parTransId="{E6593EB6-6A2B-4EEF-B8AC-B754D8D3BA80}" sibTransId="{7ADED7A4-BF21-403D-95D1-33AF86C005D4}"/>
    <dgm:cxn modelId="{5A0A1E6A-1BB2-479A-9766-FA3AEE73A155}" type="presOf" srcId="{D1D2C7E9-490C-4654-99C9-66796693FDBA}" destId="{86824DA2-DD48-41EF-977C-BFAFE712800B}" srcOrd="0" destOrd="3" presId="urn:microsoft.com/office/officeart/2005/8/layout/hProcess9"/>
    <dgm:cxn modelId="{1C534C73-7D22-4C64-AAE1-963515B320DA}" type="presOf" srcId="{CD3D0EEA-C1A4-421A-95C6-DD907DD03329}" destId="{B432050B-0654-4B0E-BA91-2640D535022B}" srcOrd="0" destOrd="2" presId="urn:microsoft.com/office/officeart/2005/8/layout/hProcess9"/>
    <dgm:cxn modelId="{5D702C7F-2309-49FA-9E67-C495CA520E6F}" type="presOf" srcId="{D53AF592-E147-479E-9550-DCE3437439CE}" destId="{86824DA2-DD48-41EF-977C-BFAFE712800B}" srcOrd="0" destOrd="0" presId="urn:microsoft.com/office/officeart/2005/8/layout/hProcess9"/>
    <dgm:cxn modelId="{337BA294-AEDC-4B2E-B7C1-8CBBBC4F7D56}" type="presOf" srcId="{74EC23B1-49E1-447A-8FFD-1C1916638C66}" destId="{18B8944C-A52C-44A4-941A-DAA69BB39A79}" srcOrd="0" destOrd="2" presId="urn:microsoft.com/office/officeart/2005/8/layout/hProcess9"/>
    <dgm:cxn modelId="{5431C1A3-B656-4560-BA80-3AD0F5390623}" srcId="{D53AF592-E147-479E-9550-DCE3437439CE}" destId="{D1D2C7E9-490C-4654-99C9-66796693FDBA}" srcOrd="2" destOrd="0" parTransId="{A5A917DD-D6B7-412E-840C-04DE780D8E51}" sibTransId="{10083D87-B315-4D11-8283-80E536E04B5C}"/>
    <dgm:cxn modelId="{ED959FA5-4621-48FF-8448-EFFD34EDE3BF}" type="presOf" srcId="{F7AD4582-3CD4-474F-AAC2-4E9D23D191B9}" destId="{18B8944C-A52C-44A4-941A-DAA69BB39A79}" srcOrd="0" destOrd="0" presId="urn:microsoft.com/office/officeart/2005/8/layout/hProcess9"/>
    <dgm:cxn modelId="{B4EF3AAC-E1B1-4B1D-918F-55BB2131C7E8}" srcId="{66546F29-D7CE-4D7C-9E9F-8D6E2DAA187D}" destId="{D53AF592-E147-479E-9550-DCE3437439CE}" srcOrd="1" destOrd="0" parTransId="{F88026D2-E097-4B52-B23B-90799B58B61C}" sibTransId="{61D650A9-ACE1-4D48-986E-3ECA9AF5AD44}"/>
    <dgm:cxn modelId="{0B15F3AF-0911-440D-AB65-60815BD53AF6}" type="presOf" srcId="{68347F75-9458-4D03-A733-BD551179F237}" destId="{86824DA2-DD48-41EF-977C-BFAFE712800B}" srcOrd="0" destOrd="2" presId="urn:microsoft.com/office/officeart/2005/8/layout/hProcess9"/>
    <dgm:cxn modelId="{9EC5EBB2-AF8C-4E7B-BD66-11A033F938D6}" type="presOf" srcId="{01D435B2-2DFE-4BA3-97ED-7114BE7EA0BA}" destId="{86824DA2-DD48-41EF-977C-BFAFE712800B}" srcOrd="0" destOrd="5" presId="urn:microsoft.com/office/officeart/2005/8/layout/hProcess9"/>
    <dgm:cxn modelId="{2879AAB3-AC04-418B-89C5-D31134578087}" srcId="{551BEB53-6BE3-4D40-9798-6DF571D4234F}" destId="{5607821B-C93D-4FC2-92E3-93BE55B54CD1}" srcOrd="0" destOrd="0" parTransId="{4CA9EE72-9FAD-49B3-9E5F-FE38DF020601}" sibTransId="{F7A33AB0-2814-4F70-A160-AE2028234B13}"/>
    <dgm:cxn modelId="{E3030DB4-04B8-4FC3-BAEE-A0E8BAD69EB7}" type="presOf" srcId="{5607821B-C93D-4FC2-92E3-93BE55B54CD1}" destId="{B432050B-0654-4B0E-BA91-2640D535022B}" srcOrd="0" destOrd="1" presId="urn:microsoft.com/office/officeart/2005/8/layout/hProcess9"/>
    <dgm:cxn modelId="{66E036CF-2645-4C19-AB77-42458CBDFFFF}" type="presOf" srcId="{25C196D4-5B90-43FB-8D87-4D3503AEB7E7}" destId="{86824DA2-DD48-41EF-977C-BFAFE712800B}" srcOrd="0" destOrd="4" presId="urn:microsoft.com/office/officeart/2005/8/layout/hProcess9"/>
    <dgm:cxn modelId="{F6A692D3-875F-4EF3-9A93-EDCA7E02E449}" type="presOf" srcId="{551BEB53-6BE3-4D40-9798-6DF571D4234F}" destId="{B432050B-0654-4B0E-BA91-2640D535022B}" srcOrd="0" destOrd="0" presId="urn:microsoft.com/office/officeart/2005/8/layout/hProcess9"/>
    <dgm:cxn modelId="{9470D6D5-0101-45F1-BCC2-3B3B89093185}" type="presOf" srcId="{6A1866A2-AF42-4A1F-B277-F3B0E422634E}" destId="{CA61976B-FC11-46A0-AF17-762CBF0C014E}" srcOrd="0" destOrd="0" presId="urn:microsoft.com/office/officeart/2005/8/layout/hProcess9"/>
    <dgm:cxn modelId="{45A9E4D7-76B1-4B8B-954D-BA652EEED1BB}" srcId="{F7AD4582-3CD4-474F-AAC2-4E9D23D191B9}" destId="{49E3C6CA-4D97-4E50-A5EA-B3B6C3640204}" srcOrd="2" destOrd="0" parTransId="{EB652326-455E-4D3A-BE64-70BF1C1AE37A}" sibTransId="{D565757B-ACB5-4BAA-B45A-7FA776C03E6B}"/>
    <dgm:cxn modelId="{7770DDDF-C258-4BA9-A0B1-17B6BB94DB56}" type="presOf" srcId="{0BF44FB4-B20B-4578-BC55-990ED97B983A}" destId="{18B8944C-A52C-44A4-941A-DAA69BB39A79}" srcOrd="0" destOrd="1" presId="urn:microsoft.com/office/officeart/2005/8/layout/hProcess9"/>
    <dgm:cxn modelId="{D9E0AFE6-52BB-4C69-A2C3-C9DBE5DCC495}" srcId="{66546F29-D7CE-4D7C-9E9F-8D6E2DAA187D}" destId="{551BEB53-6BE3-4D40-9798-6DF571D4234F}" srcOrd="5" destOrd="0" parTransId="{07847A40-1BAF-4EAD-8E2D-B91DB44D967A}" sibTransId="{0F132851-AB2D-4B3A-B35D-A4990A179E40}"/>
    <dgm:cxn modelId="{F2479EE7-C468-4E77-9688-FD506754DACE}" srcId="{F7AD4582-3CD4-474F-AAC2-4E9D23D191B9}" destId="{0BF44FB4-B20B-4578-BC55-990ED97B983A}" srcOrd="0" destOrd="0" parTransId="{E1D1EE9B-430B-4AB1-92E2-8F6AB527CE73}" sibTransId="{C1CE2726-3947-4FED-99A0-3054AB13ABC1}"/>
    <dgm:cxn modelId="{D76FEDED-CEEE-4141-BA1C-C7C4BC46A0CA}" type="presOf" srcId="{66546F29-D7CE-4D7C-9E9F-8D6E2DAA187D}" destId="{3FBD4F98-0BB1-4B43-B27C-6CC3B42E039B}" srcOrd="0" destOrd="0" presId="urn:microsoft.com/office/officeart/2005/8/layout/hProcess9"/>
    <dgm:cxn modelId="{4251A481-D0AF-4542-8F0C-7D0ACED97EA4}" type="presParOf" srcId="{3FBD4F98-0BB1-4B43-B27C-6CC3B42E039B}" destId="{F2E03D09-A0B0-41B3-A5B6-167ED1DB9C88}" srcOrd="0" destOrd="0" presId="urn:microsoft.com/office/officeart/2005/8/layout/hProcess9"/>
    <dgm:cxn modelId="{51C43941-827C-4BE8-934A-C8FB62C0167D}" type="presParOf" srcId="{3FBD4F98-0BB1-4B43-B27C-6CC3B42E039B}" destId="{1FDFC9E6-F229-4317-BE37-F441167BA2E9}" srcOrd="1" destOrd="0" presId="urn:microsoft.com/office/officeart/2005/8/layout/hProcess9"/>
    <dgm:cxn modelId="{C579B9F8-7CE3-4D7F-ACA6-51506C448248}" type="presParOf" srcId="{1FDFC9E6-F229-4317-BE37-F441167BA2E9}" destId="{9875D9D8-8055-4591-86A9-6671D4FA4AB8}" srcOrd="0" destOrd="0" presId="urn:microsoft.com/office/officeart/2005/8/layout/hProcess9"/>
    <dgm:cxn modelId="{B343F67F-E79D-4E3A-86A0-6E3DFFB1850C}" type="presParOf" srcId="{1FDFC9E6-F229-4317-BE37-F441167BA2E9}" destId="{51D7AA39-08FF-4910-B0D7-21B25A9E0D3C}" srcOrd="1" destOrd="0" presId="urn:microsoft.com/office/officeart/2005/8/layout/hProcess9"/>
    <dgm:cxn modelId="{D1026318-E95A-4E12-B3CD-A778EE366109}" type="presParOf" srcId="{1FDFC9E6-F229-4317-BE37-F441167BA2E9}" destId="{86824DA2-DD48-41EF-977C-BFAFE712800B}" srcOrd="2" destOrd="0" presId="urn:microsoft.com/office/officeart/2005/8/layout/hProcess9"/>
    <dgm:cxn modelId="{A33D7683-D4C5-45FE-AD44-DA62260CA644}" type="presParOf" srcId="{1FDFC9E6-F229-4317-BE37-F441167BA2E9}" destId="{DE0E2335-1A1E-4F24-BD82-D309F0C8BE92}" srcOrd="3" destOrd="0" presId="urn:microsoft.com/office/officeart/2005/8/layout/hProcess9"/>
    <dgm:cxn modelId="{24110A14-A684-4ED1-BE13-40789B9E8E97}" type="presParOf" srcId="{1FDFC9E6-F229-4317-BE37-F441167BA2E9}" destId="{CA61976B-FC11-46A0-AF17-762CBF0C014E}" srcOrd="4" destOrd="0" presId="urn:microsoft.com/office/officeart/2005/8/layout/hProcess9"/>
    <dgm:cxn modelId="{F6F4E6A2-F2B3-4783-B6B8-E2A0BA1693A2}" type="presParOf" srcId="{1FDFC9E6-F229-4317-BE37-F441167BA2E9}" destId="{EF16AD43-4F6C-4D2D-80A2-736984AE46ED}" srcOrd="5" destOrd="0" presId="urn:microsoft.com/office/officeart/2005/8/layout/hProcess9"/>
    <dgm:cxn modelId="{A04EBC54-257E-4576-8339-CA9ED232FD8A}" type="presParOf" srcId="{1FDFC9E6-F229-4317-BE37-F441167BA2E9}" destId="{C7A92DE4-DFD6-4552-B88B-774D10FBD51C}" srcOrd="6" destOrd="0" presId="urn:microsoft.com/office/officeart/2005/8/layout/hProcess9"/>
    <dgm:cxn modelId="{64BC241C-8DC1-4D33-928A-61F756233738}" type="presParOf" srcId="{1FDFC9E6-F229-4317-BE37-F441167BA2E9}" destId="{A0898E33-6D2C-4FD2-9CA9-992DF30EF9AF}" srcOrd="7" destOrd="0" presId="urn:microsoft.com/office/officeart/2005/8/layout/hProcess9"/>
    <dgm:cxn modelId="{B846F6EB-FFF5-45C8-9436-C07041DBA1D9}" type="presParOf" srcId="{1FDFC9E6-F229-4317-BE37-F441167BA2E9}" destId="{18B8944C-A52C-44A4-941A-DAA69BB39A79}" srcOrd="8" destOrd="0" presId="urn:microsoft.com/office/officeart/2005/8/layout/hProcess9"/>
    <dgm:cxn modelId="{8E78BA51-E4C8-4FAF-A3DA-5F53F4DFD2EA}" type="presParOf" srcId="{1FDFC9E6-F229-4317-BE37-F441167BA2E9}" destId="{0C4E6995-D8C6-4154-A3EF-F74AE328E3C0}" srcOrd="9" destOrd="0" presId="urn:microsoft.com/office/officeart/2005/8/layout/hProcess9"/>
    <dgm:cxn modelId="{4E712F8C-4A5F-47A0-982C-4344ED557CBD}" type="presParOf" srcId="{1FDFC9E6-F229-4317-BE37-F441167BA2E9}" destId="{B432050B-0654-4B0E-BA91-2640D535022B}" srcOrd="10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B8D9DB7-BB0D-4FAD-9C71-6D09B24340D4}" type="doc">
      <dgm:prSet loTypeId="urn:microsoft.com/office/officeart/2005/8/layout/cycle1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5761FB5-92EA-42BF-A404-0C023E6F507D}">
      <dgm:prSet custT="1"/>
      <dgm:spPr/>
      <dgm:t>
        <a:bodyPr/>
        <a:lstStyle/>
        <a:p>
          <a:r>
            <a:rPr lang="en-US" sz="1100" dirty="0">
              <a:latin typeface="Times New Roman" panose="02020603050405020304" pitchFamily="18" charset="0"/>
              <a:cs typeface="Times New Roman" panose="02020603050405020304" pitchFamily="18" charset="0"/>
            </a:rPr>
            <a:t>Model Used:</a:t>
          </a:r>
          <a:br>
            <a:rPr lang="en-US" sz="11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1100" dirty="0">
              <a:latin typeface="Times New Roman" panose="02020603050405020304" pitchFamily="18" charset="0"/>
              <a:cs typeface="Times New Roman" panose="02020603050405020304" pitchFamily="18" charset="0"/>
            </a:rPr>
            <a:t>YOLOv3 (You Only Look Once v3) — a real-time object detection model.</a:t>
          </a:r>
        </a:p>
      </dgm:t>
    </dgm:pt>
    <dgm:pt modelId="{B23B59E5-865C-455F-AA60-C1BE53A11D4B}" type="parTrans" cxnId="{977386A6-7EE4-4354-BA49-FF9F4EFA0180}">
      <dgm:prSet/>
      <dgm:spPr/>
      <dgm:t>
        <a:bodyPr/>
        <a:lstStyle/>
        <a:p>
          <a:endParaRPr lang="en-US" sz="3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9AE3377-A17F-4AC3-8BA3-72F6BFC1FBAA}" type="sibTrans" cxnId="{977386A6-7EE4-4354-BA49-FF9F4EFA0180}">
      <dgm:prSet/>
      <dgm:spPr/>
      <dgm:t>
        <a:bodyPr/>
        <a:lstStyle/>
        <a:p>
          <a:endParaRPr lang="en-US" sz="3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F681D8C-F034-4E40-B26C-64CCB6C616CB}">
      <dgm:prSet custT="1"/>
      <dgm:spPr/>
      <dgm:t>
        <a:bodyPr/>
        <a:lstStyle/>
        <a:p>
          <a:r>
            <a:rPr lang="en-US" sz="1100">
              <a:latin typeface="Times New Roman" panose="02020603050405020304" pitchFamily="18" charset="0"/>
              <a:cs typeface="Times New Roman" panose="02020603050405020304" pitchFamily="18" charset="0"/>
            </a:rPr>
            <a:t>Training Environment:</a:t>
          </a:r>
        </a:p>
      </dgm:t>
    </dgm:pt>
    <dgm:pt modelId="{369D3AC1-0AE7-4678-AD4F-89234CDF8010}" type="parTrans" cxnId="{935ABF3C-27C8-46B7-8517-C6970331BAAE}">
      <dgm:prSet/>
      <dgm:spPr/>
      <dgm:t>
        <a:bodyPr/>
        <a:lstStyle/>
        <a:p>
          <a:endParaRPr lang="en-US" sz="3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A7A29CB-A754-4FD5-BA15-84CCD6E547BF}" type="sibTrans" cxnId="{935ABF3C-27C8-46B7-8517-C6970331BAAE}">
      <dgm:prSet/>
      <dgm:spPr/>
      <dgm:t>
        <a:bodyPr/>
        <a:lstStyle/>
        <a:p>
          <a:endParaRPr lang="en-US" sz="3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115EE98-4BDD-4B49-8A5B-8F73CF6738B3}">
      <dgm:prSet custT="1"/>
      <dgm:spPr/>
      <dgm:t>
        <a:bodyPr/>
        <a:lstStyle/>
        <a:p>
          <a:r>
            <a:rPr lang="en-US" sz="1000" dirty="0">
              <a:latin typeface="Times New Roman" panose="02020603050405020304" pitchFamily="18" charset="0"/>
              <a:cs typeface="Times New Roman" panose="02020603050405020304" pitchFamily="18" charset="0"/>
            </a:rPr>
            <a:t>Google Colab GPU for accelerated training</a:t>
          </a:r>
        </a:p>
      </dgm:t>
    </dgm:pt>
    <dgm:pt modelId="{DEE133DE-9F2A-4B2B-9BF6-75CFA7F019C5}" type="parTrans" cxnId="{06AB02D7-7BDE-4629-B66F-E5886FB1AF5D}">
      <dgm:prSet/>
      <dgm:spPr/>
      <dgm:t>
        <a:bodyPr/>
        <a:lstStyle/>
        <a:p>
          <a:endParaRPr lang="en-US" sz="3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D13D024-4868-4B0C-80BB-DFCAF29DC3F3}" type="sibTrans" cxnId="{06AB02D7-7BDE-4629-B66F-E5886FB1AF5D}">
      <dgm:prSet/>
      <dgm:spPr/>
      <dgm:t>
        <a:bodyPr/>
        <a:lstStyle/>
        <a:p>
          <a:endParaRPr lang="en-US" sz="3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48F7B11-934B-48E6-A3C3-D8D6A553EF71}">
      <dgm:prSet custT="1"/>
      <dgm:spPr/>
      <dgm:t>
        <a:bodyPr/>
        <a:lstStyle/>
        <a:p>
          <a:r>
            <a:rPr lang="en-US" sz="1000">
              <a:latin typeface="Times New Roman" panose="02020603050405020304" pitchFamily="18" charset="0"/>
              <a:cs typeface="Times New Roman" panose="02020603050405020304" pitchFamily="18" charset="0"/>
            </a:rPr>
            <a:t>Dependencies: OpenCV, PyTorch, and Darknet</a:t>
          </a:r>
        </a:p>
      </dgm:t>
    </dgm:pt>
    <dgm:pt modelId="{8A87333E-4827-43B8-8C77-F364BF5BB6B5}" type="parTrans" cxnId="{B4136DF1-1C9F-489A-A2C1-97321A80B5CC}">
      <dgm:prSet/>
      <dgm:spPr/>
      <dgm:t>
        <a:bodyPr/>
        <a:lstStyle/>
        <a:p>
          <a:endParaRPr lang="en-US" sz="3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45B3854-9FEA-44F8-8A8F-5527B74349D4}" type="sibTrans" cxnId="{B4136DF1-1C9F-489A-A2C1-97321A80B5CC}">
      <dgm:prSet/>
      <dgm:spPr/>
      <dgm:t>
        <a:bodyPr/>
        <a:lstStyle/>
        <a:p>
          <a:endParaRPr lang="en-US" sz="3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28DF511-1789-45FD-8FD6-4EB4B497539D}">
      <dgm:prSet custT="1"/>
      <dgm:spPr/>
      <dgm:t>
        <a:bodyPr/>
        <a:lstStyle/>
        <a:p>
          <a:r>
            <a:rPr lang="en-US" sz="1100">
              <a:latin typeface="Times New Roman" panose="02020603050405020304" pitchFamily="18" charset="0"/>
              <a:cs typeface="Times New Roman" panose="02020603050405020304" pitchFamily="18" charset="0"/>
            </a:rPr>
            <a:t>Configuration:</a:t>
          </a:r>
        </a:p>
      </dgm:t>
    </dgm:pt>
    <dgm:pt modelId="{ED3C066E-EBE3-4D04-86C9-A45F29A3ECA5}" type="parTrans" cxnId="{E428FF12-535F-46B0-A4C3-DE363E36987C}">
      <dgm:prSet/>
      <dgm:spPr/>
      <dgm:t>
        <a:bodyPr/>
        <a:lstStyle/>
        <a:p>
          <a:endParaRPr lang="en-US" sz="3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E691D47-718F-471E-8CA9-3B7E92F3B149}" type="sibTrans" cxnId="{E428FF12-535F-46B0-A4C3-DE363E36987C}">
      <dgm:prSet/>
      <dgm:spPr/>
      <dgm:t>
        <a:bodyPr/>
        <a:lstStyle/>
        <a:p>
          <a:endParaRPr lang="en-US" sz="3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5735301-DB67-4D7C-85A8-4DBE8ADBFA7B}">
      <dgm:prSet custT="1"/>
      <dgm:spPr/>
      <dgm:t>
        <a:bodyPr/>
        <a:lstStyle/>
        <a:p>
          <a:r>
            <a:rPr lang="en-US" sz="1000" dirty="0">
              <a:latin typeface="Times New Roman" panose="02020603050405020304" pitchFamily="18" charset="0"/>
              <a:cs typeface="Times New Roman" panose="02020603050405020304" pitchFamily="18" charset="0"/>
            </a:rPr>
            <a:t>Input size: 416 × 416 pixels</a:t>
          </a:r>
        </a:p>
      </dgm:t>
    </dgm:pt>
    <dgm:pt modelId="{27600085-D13A-4A25-A74D-1222CD12DEA1}" type="parTrans" cxnId="{32C3DA50-55CE-4B85-AC4A-178410C1A45B}">
      <dgm:prSet/>
      <dgm:spPr/>
      <dgm:t>
        <a:bodyPr/>
        <a:lstStyle/>
        <a:p>
          <a:endParaRPr lang="en-US" sz="3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3221EF6-A861-4D1F-B0A6-0159948D64D4}" type="sibTrans" cxnId="{32C3DA50-55CE-4B85-AC4A-178410C1A45B}">
      <dgm:prSet/>
      <dgm:spPr/>
      <dgm:t>
        <a:bodyPr/>
        <a:lstStyle/>
        <a:p>
          <a:endParaRPr lang="en-US" sz="3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CC36EF3-DA47-4C73-B949-B1C7B60CFF81}">
      <dgm:prSet custT="1"/>
      <dgm:spPr/>
      <dgm:t>
        <a:bodyPr/>
        <a:lstStyle/>
        <a:p>
          <a:r>
            <a:rPr lang="en-US" sz="1000">
              <a:latin typeface="Times New Roman" panose="02020603050405020304" pitchFamily="18" charset="0"/>
              <a:cs typeface="Times New Roman" panose="02020603050405020304" pitchFamily="18" charset="0"/>
            </a:rPr>
            <a:t>Batch size: 16</a:t>
          </a:r>
        </a:p>
      </dgm:t>
    </dgm:pt>
    <dgm:pt modelId="{FC43618E-6089-49F9-ABFC-E2786995A987}" type="parTrans" cxnId="{7361DA38-A051-4976-BFA0-3B5A7E642342}">
      <dgm:prSet/>
      <dgm:spPr/>
      <dgm:t>
        <a:bodyPr/>
        <a:lstStyle/>
        <a:p>
          <a:endParaRPr lang="en-US" sz="3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F9A69C5-40C5-4933-80F5-862EC22FA9EF}" type="sibTrans" cxnId="{7361DA38-A051-4976-BFA0-3B5A7E642342}">
      <dgm:prSet/>
      <dgm:spPr/>
      <dgm:t>
        <a:bodyPr/>
        <a:lstStyle/>
        <a:p>
          <a:endParaRPr lang="en-US" sz="3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E5346FB-8A9A-4003-9C7A-1A7FF2455823}">
      <dgm:prSet custT="1"/>
      <dgm:spPr/>
      <dgm:t>
        <a:bodyPr/>
        <a:lstStyle/>
        <a:p>
          <a:r>
            <a:rPr lang="en-US" sz="1000">
              <a:latin typeface="Times New Roman" panose="02020603050405020304" pitchFamily="18" charset="0"/>
              <a:cs typeface="Times New Roman" panose="02020603050405020304" pitchFamily="18" charset="0"/>
            </a:rPr>
            <a:t>Learning rate: 0.001</a:t>
          </a:r>
        </a:p>
      </dgm:t>
    </dgm:pt>
    <dgm:pt modelId="{D3A61739-A8C4-4A92-AD9D-4FB5A887B9F1}" type="parTrans" cxnId="{36370633-8EA2-458D-A31E-2A84870330CE}">
      <dgm:prSet/>
      <dgm:spPr/>
      <dgm:t>
        <a:bodyPr/>
        <a:lstStyle/>
        <a:p>
          <a:endParaRPr lang="en-US" sz="3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8A20AE4-41D0-4BEA-B5B2-42EFF18DF19C}" type="sibTrans" cxnId="{36370633-8EA2-458D-A31E-2A84870330CE}">
      <dgm:prSet/>
      <dgm:spPr/>
      <dgm:t>
        <a:bodyPr/>
        <a:lstStyle/>
        <a:p>
          <a:endParaRPr lang="en-US" sz="3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C0FE82F-E4DF-41E9-B632-7F8C6F53DA7B}">
      <dgm:prSet custT="1"/>
      <dgm:spPr/>
      <dgm:t>
        <a:bodyPr/>
        <a:lstStyle/>
        <a:p>
          <a:r>
            <a:rPr lang="en-US" sz="1000">
              <a:latin typeface="Times New Roman" panose="02020603050405020304" pitchFamily="18" charset="0"/>
              <a:cs typeface="Times New Roman" panose="02020603050405020304" pitchFamily="18" charset="0"/>
            </a:rPr>
            <a:t>Epochs: 100</a:t>
          </a:r>
        </a:p>
      </dgm:t>
    </dgm:pt>
    <dgm:pt modelId="{95A23D44-3706-4674-AFA0-70356CA025CA}" type="parTrans" cxnId="{316710E0-48AC-497D-9847-C4AC27E01894}">
      <dgm:prSet/>
      <dgm:spPr/>
      <dgm:t>
        <a:bodyPr/>
        <a:lstStyle/>
        <a:p>
          <a:endParaRPr lang="en-US" sz="3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36C2AB5-4B02-4BAF-87AF-B47DA5C506CF}" type="sibTrans" cxnId="{316710E0-48AC-497D-9847-C4AC27E01894}">
      <dgm:prSet/>
      <dgm:spPr/>
      <dgm:t>
        <a:bodyPr/>
        <a:lstStyle/>
        <a:p>
          <a:endParaRPr lang="en-US" sz="3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4DAF5EC-B15F-4733-BA9B-B6A3DFEB2DF7}">
      <dgm:prSet custT="1"/>
      <dgm:spPr/>
      <dgm:t>
        <a:bodyPr/>
        <a:lstStyle/>
        <a:p>
          <a:r>
            <a:rPr lang="en-US" sz="1100">
              <a:latin typeface="Times New Roman" panose="02020603050405020304" pitchFamily="18" charset="0"/>
              <a:cs typeface="Times New Roman" panose="02020603050405020304" pitchFamily="18" charset="0"/>
            </a:rPr>
            <a:t>Training Steps:</a:t>
          </a:r>
        </a:p>
      </dgm:t>
    </dgm:pt>
    <dgm:pt modelId="{0CD2DF81-E92C-4C5F-A3EA-E3FD720F46A3}" type="parTrans" cxnId="{D0F27BE7-742F-494F-9B62-DD756236B189}">
      <dgm:prSet/>
      <dgm:spPr/>
      <dgm:t>
        <a:bodyPr/>
        <a:lstStyle/>
        <a:p>
          <a:endParaRPr lang="en-US" sz="3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B35E98F-67C5-430C-AC5B-6FF0EF77B7DC}" type="sibTrans" cxnId="{D0F27BE7-742F-494F-9B62-DD756236B189}">
      <dgm:prSet/>
      <dgm:spPr/>
      <dgm:t>
        <a:bodyPr/>
        <a:lstStyle/>
        <a:p>
          <a:endParaRPr lang="en-US" sz="3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67986B2-4B7F-4B42-A394-95440DF57A5C}">
      <dgm:prSet custT="1"/>
      <dgm:spPr/>
      <dgm:t>
        <a:bodyPr/>
        <a:lstStyle/>
        <a:p>
          <a:r>
            <a:rPr lang="en-US" sz="1000">
              <a:latin typeface="Times New Roman" panose="02020603050405020304" pitchFamily="18" charset="0"/>
              <a:cs typeface="Times New Roman" panose="02020603050405020304" pitchFamily="18" charset="0"/>
            </a:rPr>
            <a:t>Loaded annotated dataset (images + YOLO .txt files)</a:t>
          </a:r>
        </a:p>
      </dgm:t>
    </dgm:pt>
    <dgm:pt modelId="{EEE87C92-5C81-4BD9-862F-EE4B6A173D46}" type="parTrans" cxnId="{59A9682D-E974-479B-869D-1C46B024A675}">
      <dgm:prSet/>
      <dgm:spPr/>
      <dgm:t>
        <a:bodyPr/>
        <a:lstStyle/>
        <a:p>
          <a:endParaRPr lang="en-US" sz="3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3B51412-9641-4669-82F8-61165BA2DEF6}" type="sibTrans" cxnId="{59A9682D-E974-479B-869D-1C46B024A675}">
      <dgm:prSet/>
      <dgm:spPr/>
      <dgm:t>
        <a:bodyPr/>
        <a:lstStyle/>
        <a:p>
          <a:endParaRPr lang="en-US" sz="3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5FA1103-DCCF-47A2-8D3B-8B725F826DAA}">
      <dgm:prSet custT="1"/>
      <dgm:spPr/>
      <dgm:t>
        <a:bodyPr/>
        <a:lstStyle/>
        <a:p>
          <a:r>
            <a:rPr lang="en-US" sz="1000" dirty="0">
              <a:latin typeface="Times New Roman" panose="02020603050405020304" pitchFamily="18" charset="0"/>
              <a:cs typeface="Times New Roman" panose="02020603050405020304" pitchFamily="18" charset="0"/>
            </a:rPr>
            <a:t>Modified YOLO config and .data files</a:t>
          </a:r>
        </a:p>
      </dgm:t>
    </dgm:pt>
    <dgm:pt modelId="{E96376E5-C9A1-417A-9B96-45A9A107FC6E}" type="parTrans" cxnId="{35FD1761-10CB-4B44-90B9-EBE1E9A0F1C0}">
      <dgm:prSet/>
      <dgm:spPr/>
      <dgm:t>
        <a:bodyPr/>
        <a:lstStyle/>
        <a:p>
          <a:endParaRPr lang="en-US" sz="3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B95CA38-BD22-49C9-B46A-7FB7F3EAECC6}" type="sibTrans" cxnId="{35FD1761-10CB-4B44-90B9-EBE1E9A0F1C0}">
      <dgm:prSet/>
      <dgm:spPr/>
      <dgm:t>
        <a:bodyPr/>
        <a:lstStyle/>
        <a:p>
          <a:endParaRPr lang="en-US" sz="3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A418EE0-5633-49DD-ACF8-2D46568F49CA}">
      <dgm:prSet custT="1"/>
      <dgm:spPr/>
      <dgm:t>
        <a:bodyPr/>
        <a:lstStyle/>
        <a:p>
          <a:r>
            <a:rPr lang="en-US" sz="1000">
              <a:latin typeface="Times New Roman" panose="02020603050405020304" pitchFamily="18" charset="0"/>
              <a:cs typeface="Times New Roman" panose="02020603050405020304" pitchFamily="18" charset="0"/>
            </a:rPr>
            <a:t>Trained the model using Darknet</a:t>
          </a:r>
        </a:p>
      </dgm:t>
    </dgm:pt>
    <dgm:pt modelId="{6C656B63-CFF1-49F1-9162-5D5E9491C1F9}" type="parTrans" cxnId="{E452EF01-C204-4A94-B440-FF0B11BD9FAD}">
      <dgm:prSet/>
      <dgm:spPr/>
      <dgm:t>
        <a:bodyPr/>
        <a:lstStyle/>
        <a:p>
          <a:endParaRPr lang="en-US" sz="3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1B3459F-BDAA-4D3C-86A7-24B39D8CFFFD}" type="sibTrans" cxnId="{E452EF01-C204-4A94-B440-FF0B11BD9FAD}">
      <dgm:prSet/>
      <dgm:spPr/>
      <dgm:t>
        <a:bodyPr/>
        <a:lstStyle/>
        <a:p>
          <a:endParaRPr lang="en-US" sz="3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3019A6E-A5C7-42E8-BF78-B3B041D0BBFA}">
      <dgm:prSet custT="1"/>
      <dgm:spPr/>
      <dgm:t>
        <a:bodyPr/>
        <a:lstStyle/>
        <a:p>
          <a:r>
            <a:rPr lang="en-US" sz="1000">
              <a:latin typeface="Times New Roman" panose="02020603050405020304" pitchFamily="18" charset="0"/>
              <a:cs typeface="Times New Roman" panose="02020603050405020304" pitchFamily="18" charset="0"/>
            </a:rPr>
            <a:t>Saved best weights to models/yolov3_custom.weights</a:t>
          </a:r>
        </a:p>
      </dgm:t>
    </dgm:pt>
    <dgm:pt modelId="{55269DEB-012B-40D5-B400-749A483052BA}" type="parTrans" cxnId="{0F4BFB3D-A2E8-4430-ACA5-16719A52520A}">
      <dgm:prSet/>
      <dgm:spPr/>
      <dgm:t>
        <a:bodyPr/>
        <a:lstStyle/>
        <a:p>
          <a:endParaRPr lang="en-US" sz="3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90CDD27-1452-4CD2-8B5A-EB23758D7A0F}" type="sibTrans" cxnId="{0F4BFB3D-A2E8-4430-ACA5-16719A52520A}">
      <dgm:prSet/>
      <dgm:spPr/>
      <dgm:t>
        <a:bodyPr/>
        <a:lstStyle/>
        <a:p>
          <a:endParaRPr lang="en-US" sz="3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C59010F-0C8E-4006-BBE6-E8EFEA8EA6C4}">
      <dgm:prSet custT="1"/>
      <dgm:spPr/>
      <dgm:t>
        <a:bodyPr/>
        <a:lstStyle/>
        <a:p>
          <a:r>
            <a:rPr lang="en-US" sz="1100">
              <a:latin typeface="Times New Roman" panose="02020603050405020304" pitchFamily="18" charset="0"/>
              <a:cs typeface="Times New Roman" panose="02020603050405020304" pitchFamily="18" charset="0"/>
            </a:rPr>
            <a:t>Output:</a:t>
          </a:r>
        </a:p>
      </dgm:t>
    </dgm:pt>
    <dgm:pt modelId="{BC365AB2-5204-49F4-AD69-4C9A05A355C6}" type="parTrans" cxnId="{A43DDBBE-0A53-469A-B069-1A812F1E1A6C}">
      <dgm:prSet/>
      <dgm:spPr/>
      <dgm:t>
        <a:bodyPr/>
        <a:lstStyle/>
        <a:p>
          <a:endParaRPr lang="en-US" sz="3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9F48A56-FCAF-45BC-80D9-DB0A215FCD27}" type="sibTrans" cxnId="{A43DDBBE-0A53-469A-B069-1A812F1E1A6C}">
      <dgm:prSet/>
      <dgm:spPr/>
      <dgm:t>
        <a:bodyPr/>
        <a:lstStyle/>
        <a:p>
          <a:endParaRPr lang="en-US" sz="3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9797205-6A61-4FE8-9FF0-435FF7504387}">
      <dgm:prSet custT="1"/>
      <dgm:spPr/>
      <dgm:t>
        <a:bodyPr/>
        <a:lstStyle/>
        <a:p>
          <a:r>
            <a:rPr lang="en-US" sz="1000" dirty="0">
              <a:latin typeface="Times New Roman" panose="02020603050405020304" pitchFamily="18" charset="0"/>
              <a:cs typeface="Times New Roman" panose="02020603050405020304" pitchFamily="18" charset="0"/>
            </a:rPr>
            <a:t>Bounding boxes for each target field (Patient Name, T3, T4, TSH, etc.)</a:t>
          </a:r>
        </a:p>
      </dgm:t>
    </dgm:pt>
    <dgm:pt modelId="{02DD9B3E-3734-4B70-ACB5-E485F4137DF2}" type="parTrans" cxnId="{9437B142-7AB2-4397-8D2E-0BA3EFBE3487}">
      <dgm:prSet/>
      <dgm:spPr/>
      <dgm:t>
        <a:bodyPr/>
        <a:lstStyle/>
        <a:p>
          <a:endParaRPr lang="en-US" sz="3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D9AB955-E08D-490E-9EE8-142F82C3BAF8}" type="sibTrans" cxnId="{9437B142-7AB2-4397-8D2E-0BA3EFBE3487}">
      <dgm:prSet/>
      <dgm:spPr/>
      <dgm:t>
        <a:bodyPr/>
        <a:lstStyle/>
        <a:p>
          <a:endParaRPr lang="en-US" sz="3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DFAC3BC-1554-4643-A165-91922210AF16}">
      <dgm:prSet custT="1"/>
      <dgm:spPr/>
      <dgm:t>
        <a:bodyPr/>
        <a:lstStyle/>
        <a:p>
          <a:r>
            <a:rPr lang="en-US" sz="1000">
              <a:latin typeface="Times New Roman" panose="02020603050405020304" pitchFamily="18" charset="0"/>
              <a:cs typeface="Times New Roman" panose="02020603050405020304" pitchFamily="18" charset="0"/>
            </a:rPr>
            <a:t>High detection accuracy on unseen reports</a:t>
          </a:r>
        </a:p>
      </dgm:t>
    </dgm:pt>
    <dgm:pt modelId="{4D980A72-B0FB-47D2-965B-C077BEEFC75F}" type="parTrans" cxnId="{D9EEE7C3-D1C0-4FF6-9312-3470A52EA526}">
      <dgm:prSet/>
      <dgm:spPr/>
      <dgm:t>
        <a:bodyPr/>
        <a:lstStyle/>
        <a:p>
          <a:endParaRPr lang="en-US" sz="3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7B7C4F9-FAD7-4755-AF8C-FB4EA1A1F1EB}" type="sibTrans" cxnId="{D9EEE7C3-D1C0-4FF6-9312-3470A52EA526}">
      <dgm:prSet/>
      <dgm:spPr/>
      <dgm:t>
        <a:bodyPr/>
        <a:lstStyle/>
        <a:p>
          <a:endParaRPr lang="en-US" sz="3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29256F1-7D24-45AB-B03F-F8200BC7934E}" type="pres">
      <dgm:prSet presAssocID="{AB8D9DB7-BB0D-4FAD-9C71-6D09B24340D4}" presName="cycle" presStyleCnt="0">
        <dgm:presLayoutVars>
          <dgm:dir/>
          <dgm:resizeHandles val="exact"/>
        </dgm:presLayoutVars>
      </dgm:prSet>
      <dgm:spPr/>
    </dgm:pt>
    <dgm:pt modelId="{46B4BCB0-D610-409D-B58D-7FA69D8F36F9}" type="pres">
      <dgm:prSet presAssocID="{E5761FB5-92EA-42BF-A404-0C023E6F507D}" presName="dummy" presStyleCnt="0"/>
      <dgm:spPr/>
    </dgm:pt>
    <dgm:pt modelId="{E2B3158B-6B77-45FF-8D4E-BD0C4D966752}" type="pres">
      <dgm:prSet presAssocID="{E5761FB5-92EA-42BF-A404-0C023E6F507D}" presName="node" presStyleLbl="revTx" presStyleIdx="0" presStyleCnt="5" custScaleX="239137">
        <dgm:presLayoutVars>
          <dgm:bulletEnabled val="1"/>
        </dgm:presLayoutVars>
      </dgm:prSet>
      <dgm:spPr/>
    </dgm:pt>
    <dgm:pt modelId="{0183BAA1-3BDD-4BA8-AE7E-791CBC41C008}" type="pres">
      <dgm:prSet presAssocID="{A9AE3377-A17F-4AC3-8BA3-72F6BFC1FBAA}" presName="sibTrans" presStyleLbl="node1" presStyleIdx="0" presStyleCnt="5"/>
      <dgm:spPr/>
    </dgm:pt>
    <dgm:pt modelId="{F6FD5F5C-2D88-4EB5-A2C3-3E365D2C4424}" type="pres">
      <dgm:prSet presAssocID="{9F681D8C-F034-4E40-B26C-64CCB6C616CB}" presName="dummy" presStyleCnt="0"/>
      <dgm:spPr/>
    </dgm:pt>
    <dgm:pt modelId="{47C95038-E9B1-4EED-BA5D-0E4A8AE36AB2}" type="pres">
      <dgm:prSet presAssocID="{9F681D8C-F034-4E40-B26C-64CCB6C616CB}" presName="node" presStyleLbl="revTx" presStyleIdx="1" presStyleCnt="5" custScaleX="200145">
        <dgm:presLayoutVars>
          <dgm:bulletEnabled val="1"/>
        </dgm:presLayoutVars>
      </dgm:prSet>
      <dgm:spPr/>
    </dgm:pt>
    <dgm:pt modelId="{CCDDE993-9BCE-4BC0-B4EC-6E6C8220F305}" type="pres">
      <dgm:prSet presAssocID="{5A7A29CB-A754-4FD5-BA15-84CCD6E547BF}" presName="sibTrans" presStyleLbl="node1" presStyleIdx="1" presStyleCnt="5" custLinFactNeighborX="0" custLinFactNeighborY="5222"/>
      <dgm:spPr/>
    </dgm:pt>
    <dgm:pt modelId="{E534C431-A81C-4BD3-820E-AA4BD5A96B49}" type="pres">
      <dgm:prSet presAssocID="{E28DF511-1789-45FD-8FD6-4EB4B497539D}" presName="dummy" presStyleCnt="0"/>
      <dgm:spPr/>
    </dgm:pt>
    <dgm:pt modelId="{D65A2591-9929-4C3E-A081-BD8F00E0155C}" type="pres">
      <dgm:prSet presAssocID="{E28DF511-1789-45FD-8FD6-4EB4B497539D}" presName="node" presStyleLbl="revTx" presStyleIdx="2" presStyleCnt="5">
        <dgm:presLayoutVars>
          <dgm:bulletEnabled val="1"/>
        </dgm:presLayoutVars>
      </dgm:prSet>
      <dgm:spPr/>
    </dgm:pt>
    <dgm:pt modelId="{60E1EC4E-D453-4116-8522-8C8301B60041}" type="pres">
      <dgm:prSet presAssocID="{9E691D47-718F-471E-8CA9-3B7E92F3B149}" presName="sibTrans" presStyleLbl="node1" presStyleIdx="2" presStyleCnt="5" custLinFactNeighborX="-4365" custLinFactNeighborY="9216"/>
      <dgm:spPr/>
    </dgm:pt>
    <dgm:pt modelId="{42E4738B-CD91-47DF-96AA-F2415E4DB4E9}" type="pres">
      <dgm:prSet presAssocID="{F4DAF5EC-B15F-4733-BA9B-B6A3DFEB2DF7}" presName="dummy" presStyleCnt="0"/>
      <dgm:spPr/>
    </dgm:pt>
    <dgm:pt modelId="{EFD600D0-AB72-4A9D-9B81-8B5E8FCAC4FC}" type="pres">
      <dgm:prSet presAssocID="{F4DAF5EC-B15F-4733-BA9B-B6A3DFEB2DF7}" presName="node" presStyleLbl="revTx" presStyleIdx="3" presStyleCnt="5" custScaleX="260155">
        <dgm:presLayoutVars>
          <dgm:bulletEnabled val="1"/>
        </dgm:presLayoutVars>
      </dgm:prSet>
      <dgm:spPr/>
    </dgm:pt>
    <dgm:pt modelId="{CC325D31-5AB4-4ECB-B8A2-29A723290CDB}" type="pres">
      <dgm:prSet presAssocID="{AB35E98F-67C5-430C-AC5B-6FF0EF77B7DC}" presName="sibTrans" presStyleLbl="node1" presStyleIdx="3" presStyleCnt="5" custLinFactNeighborX="-17521" custLinFactNeighborY="-1498"/>
      <dgm:spPr/>
    </dgm:pt>
    <dgm:pt modelId="{C5976A35-41F8-4FEA-B5AE-7B2E9881D799}" type="pres">
      <dgm:prSet presAssocID="{3C59010F-0C8E-4006-BBE6-E8EFEA8EA6C4}" presName="dummy" presStyleCnt="0"/>
      <dgm:spPr/>
    </dgm:pt>
    <dgm:pt modelId="{26075C3D-867B-4E2A-812C-6AC1BE51A2F6}" type="pres">
      <dgm:prSet presAssocID="{3C59010F-0C8E-4006-BBE6-E8EFEA8EA6C4}" presName="node" presStyleLbl="revTx" presStyleIdx="4" presStyleCnt="5" custScaleX="235062" custRadScaleRad="140240" custRadScaleInc="-57845">
        <dgm:presLayoutVars>
          <dgm:bulletEnabled val="1"/>
        </dgm:presLayoutVars>
      </dgm:prSet>
      <dgm:spPr/>
    </dgm:pt>
    <dgm:pt modelId="{681B6C0A-400B-4752-AA11-22C15F525E85}" type="pres">
      <dgm:prSet presAssocID="{A9F48A56-FCAF-45BC-80D9-DB0A215FCD27}" presName="sibTrans" presStyleLbl="node1" presStyleIdx="4" presStyleCnt="5"/>
      <dgm:spPr/>
    </dgm:pt>
  </dgm:ptLst>
  <dgm:cxnLst>
    <dgm:cxn modelId="{E452EF01-C204-4A94-B440-FF0B11BD9FAD}" srcId="{F4DAF5EC-B15F-4733-BA9B-B6A3DFEB2DF7}" destId="{AA418EE0-5633-49DD-ACF8-2D46568F49CA}" srcOrd="2" destOrd="0" parTransId="{6C656B63-CFF1-49F1-9162-5D5E9491C1F9}" sibTransId="{51B3459F-BDAA-4D3C-86A7-24B39D8CFFFD}"/>
    <dgm:cxn modelId="{E4DC6904-ED24-44CE-965D-41C3A0C7136F}" type="presOf" srcId="{05735301-DB67-4D7C-85A8-4DBE8ADBFA7B}" destId="{D65A2591-9929-4C3E-A081-BD8F00E0155C}" srcOrd="0" destOrd="1" presId="urn:microsoft.com/office/officeart/2005/8/layout/cycle1"/>
    <dgm:cxn modelId="{6846C806-D982-4542-A3AA-E3BE982B39F4}" type="presOf" srcId="{A9AE3377-A17F-4AC3-8BA3-72F6BFC1FBAA}" destId="{0183BAA1-3BDD-4BA8-AE7E-791CBC41C008}" srcOrd="0" destOrd="0" presId="urn:microsoft.com/office/officeart/2005/8/layout/cycle1"/>
    <dgm:cxn modelId="{E428FF12-535F-46B0-A4C3-DE363E36987C}" srcId="{AB8D9DB7-BB0D-4FAD-9C71-6D09B24340D4}" destId="{E28DF511-1789-45FD-8FD6-4EB4B497539D}" srcOrd="2" destOrd="0" parTransId="{ED3C066E-EBE3-4D04-86C9-A45F29A3ECA5}" sibTransId="{9E691D47-718F-471E-8CA9-3B7E92F3B149}"/>
    <dgm:cxn modelId="{C8907113-D0CB-4199-A882-E2F4E38BB14A}" type="presOf" srcId="{5A7A29CB-A754-4FD5-BA15-84CCD6E547BF}" destId="{CCDDE993-9BCE-4BC0-B4EC-6E6C8220F305}" srcOrd="0" destOrd="0" presId="urn:microsoft.com/office/officeart/2005/8/layout/cycle1"/>
    <dgm:cxn modelId="{7464571B-3E16-4CF4-9C46-7A6EF54E6CD2}" type="presOf" srcId="{BCC36EF3-DA47-4C73-B949-B1C7B60CFF81}" destId="{D65A2591-9929-4C3E-A081-BD8F00E0155C}" srcOrd="0" destOrd="2" presId="urn:microsoft.com/office/officeart/2005/8/layout/cycle1"/>
    <dgm:cxn modelId="{59A9682D-E974-479B-869D-1C46B024A675}" srcId="{F4DAF5EC-B15F-4733-BA9B-B6A3DFEB2DF7}" destId="{767986B2-4B7F-4B42-A394-95440DF57A5C}" srcOrd="0" destOrd="0" parTransId="{EEE87C92-5C81-4BD9-862F-EE4B6A173D46}" sibTransId="{B3B51412-9641-4669-82F8-61165BA2DEF6}"/>
    <dgm:cxn modelId="{83B91A30-E844-494E-8847-75ABC40D9939}" type="presOf" srcId="{AB35E98F-67C5-430C-AC5B-6FF0EF77B7DC}" destId="{CC325D31-5AB4-4ECB-B8A2-29A723290CDB}" srcOrd="0" destOrd="0" presId="urn:microsoft.com/office/officeart/2005/8/layout/cycle1"/>
    <dgm:cxn modelId="{380F9530-CFAC-4E9C-ADDF-F813857C20A7}" type="presOf" srcId="{05FA1103-DCCF-47A2-8D3B-8B725F826DAA}" destId="{EFD600D0-AB72-4A9D-9B81-8B5E8FCAC4FC}" srcOrd="0" destOrd="2" presId="urn:microsoft.com/office/officeart/2005/8/layout/cycle1"/>
    <dgm:cxn modelId="{36370633-8EA2-458D-A31E-2A84870330CE}" srcId="{E28DF511-1789-45FD-8FD6-4EB4B497539D}" destId="{1E5346FB-8A9A-4003-9C7A-1A7FF2455823}" srcOrd="2" destOrd="0" parTransId="{D3A61739-A8C4-4A92-AD9D-4FB5A887B9F1}" sibTransId="{F8A20AE4-41D0-4BEA-B5B2-42EFF18DF19C}"/>
    <dgm:cxn modelId="{09E9C733-8C62-4850-8DB5-31C98256D8CB}" type="presOf" srcId="{AB8D9DB7-BB0D-4FAD-9C71-6D09B24340D4}" destId="{329256F1-7D24-45AB-B03F-F8200BC7934E}" srcOrd="0" destOrd="0" presId="urn:microsoft.com/office/officeart/2005/8/layout/cycle1"/>
    <dgm:cxn modelId="{97416B37-D568-4F3F-BCD0-4FAB2602E4DC}" type="presOf" srcId="{9E691D47-718F-471E-8CA9-3B7E92F3B149}" destId="{60E1EC4E-D453-4116-8522-8C8301B60041}" srcOrd="0" destOrd="0" presId="urn:microsoft.com/office/officeart/2005/8/layout/cycle1"/>
    <dgm:cxn modelId="{7361DA38-A051-4976-BFA0-3B5A7E642342}" srcId="{E28DF511-1789-45FD-8FD6-4EB4B497539D}" destId="{BCC36EF3-DA47-4C73-B949-B1C7B60CFF81}" srcOrd="1" destOrd="0" parTransId="{FC43618E-6089-49F9-ABFC-E2786995A987}" sibTransId="{9F9A69C5-40C5-4933-80F5-862EC22FA9EF}"/>
    <dgm:cxn modelId="{935ABF3C-27C8-46B7-8517-C6970331BAAE}" srcId="{AB8D9DB7-BB0D-4FAD-9C71-6D09B24340D4}" destId="{9F681D8C-F034-4E40-B26C-64CCB6C616CB}" srcOrd="1" destOrd="0" parTransId="{369D3AC1-0AE7-4678-AD4F-89234CDF8010}" sibTransId="{5A7A29CB-A754-4FD5-BA15-84CCD6E547BF}"/>
    <dgm:cxn modelId="{0F4BFB3D-A2E8-4430-ACA5-16719A52520A}" srcId="{F4DAF5EC-B15F-4733-BA9B-B6A3DFEB2DF7}" destId="{63019A6E-A5C7-42E8-BF78-B3B041D0BBFA}" srcOrd="3" destOrd="0" parTransId="{55269DEB-012B-40D5-B400-749A483052BA}" sibTransId="{B90CDD27-1452-4CD2-8B5A-EB23758D7A0F}"/>
    <dgm:cxn modelId="{35FD1761-10CB-4B44-90B9-EBE1E9A0F1C0}" srcId="{F4DAF5EC-B15F-4733-BA9B-B6A3DFEB2DF7}" destId="{05FA1103-DCCF-47A2-8D3B-8B725F826DAA}" srcOrd="1" destOrd="0" parTransId="{E96376E5-C9A1-417A-9B96-45A9A107FC6E}" sibTransId="{5B95CA38-BD22-49C9-B46A-7FB7F3EAECC6}"/>
    <dgm:cxn modelId="{9437B142-7AB2-4397-8D2E-0BA3EFBE3487}" srcId="{3C59010F-0C8E-4006-BBE6-E8EFEA8EA6C4}" destId="{E9797205-6A61-4FE8-9FF0-435FF7504387}" srcOrd="0" destOrd="0" parTransId="{02DD9B3E-3734-4B70-ACB5-E485F4137DF2}" sibTransId="{2D9AB955-E08D-490E-9EE8-142F82C3BAF8}"/>
    <dgm:cxn modelId="{49255548-542F-4EB2-8F39-D7654A27FBDD}" type="presOf" srcId="{AA418EE0-5633-49DD-ACF8-2D46568F49CA}" destId="{EFD600D0-AB72-4A9D-9B81-8B5E8FCAC4FC}" srcOrd="0" destOrd="3" presId="urn:microsoft.com/office/officeart/2005/8/layout/cycle1"/>
    <dgm:cxn modelId="{B03B586F-5F41-477B-A6CE-CDBEAE60FD59}" type="presOf" srcId="{6C0FE82F-E4DF-41E9-B632-7F8C6F53DA7B}" destId="{D65A2591-9929-4C3E-A081-BD8F00E0155C}" srcOrd="0" destOrd="4" presId="urn:microsoft.com/office/officeart/2005/8/layout/cycle1"/>
    <dgm:cxn modelId="{32C3DA50-55CE-4B85-AC4A-178410C1A45B}" srcId="{E28DF511-1789-45FD-8FD6-4EB4B497539D}" destId="{05735301-DB67-4D7C-85A8-4DBE8ADBFA7B}" srcOrd="0" destOrd="0" parTransId="{27600085-D13A-4A25-A74D-1222CD12DEA1}" sibTransId="{E3221EF6-A861-4D1F-B0A6-0159948D64D4}"/>
    <dgm:cxn modelId="{FB72B171-F84C-488A-AF19-877FAEE77A0A}" type="presOf" srcId="{548F7B11-934B-48E6-A3C3-D8D6A553EF71}" destId="{47C95038-E9B1-4EED-BA5D-0E4A8AE36AB2}" srcOrd="0" destOrd="2" presId="urn:microsoft.com/office/officeart/2005/8/layout/cycle1"/>
    <dgm:cxn modelId="{C1147A97-531A-433D-B416-E096FAAAA772}" type="presOf" srcId="{3C59010F-0C8E-4006-BBE6-E8EFEA8EA6C4}" destId="{26075C3D-867B-4E2A-812C-6AC1BE51A2F6}" srcOrd="0" destOrd="0" presId="urn:microsoft.com/office/officeart/2005/8/layout/cycle1"/>
    <dgm:cxn modelId="{C70E7C9F-4FCB-41CB-83C9-418036361BDD}" type="presOf" srcId="{E5761FB5-92EA-42BF-A404-0C023E6F507D}" destId="{E2B3158B-6B77-45FF-8D4E-BD0C4D966752}" srcOrd="0" destOrd="0" presId="urn:microsoft.com/office/officeart/2005/8/layout/cycle1"/>
    <dgm:cxn modelId="{DC3391A0-EDDC-41DA-92D7-AFEFDFAB54AC}" type="presOf" srcId="{6DFAC3BC-1554-4643-A165-91922210AF16}" destId="{26075C3D-867B-4E2A-812C-6AC1BE51A2F6}" srcOrd="0" destOrd="2" presId="urn:microsoft.com/office/officeart/2005/8/layout/cycle1"/>
    <dgm:cxn modelId="{977386A6-7EE4-4354-BA49-FF9F4EFA0180}" srcId="{AB8D9DB7-BB0D-4FAD-9C71-6D09B24340D4}" destId="{E5761FB5-92EA-42BF-A404-0C023E6F507D}" srcOrd="0" destOrd="0" parTransId="{B23B59E5-865C-455F-AA60-C1BE53A11D4B}" sibTransId="{A9AE3377-A17F-4AC3-8BA3-72F6BFC1FBAA}"/>
    <dgm:cxn modelId="{B89EF1B0-5F5E-4377-973A-37F2A8D59304}" type="presOf" srcId="{E9797205-6A61-4FE8-9FF0-435FF7504387}" destId="{26075C3D-867B-4E2A-812C-6AC1BE51A2F6}" srcOrd="0" destOrd="1" presId="urn:microsoft.com/office/officeart/2005/8/layout/cycle1"/>
    <dgm:cxn modelId="{8FB02EBD-C090-4CE0-B636-CBC07FE2A3DC}" type="presOf" srcId="{F4DAF5EC-B15F-4733-BA9B-B6A3DFEB2DF7}" destId="{EFD600D0-AB72-4A9D-9B81-8B5E8FCAC4FC}" srcOrd="0" destOrd="0" presId="urn:microsoft.com/office/officeart/2005/8/layout/cycle1"/>
    <dgm:cxn modelId="{A43DDBBE-0A53-469A-B069-1A812F1E1A6C}" srcId="{AB8D9DB7-BB0D-4FAD-9C71-6D09B24340D4}" destId="{3C59010F-0C8E-4006-BBE6-E8EFEA8EA6C4}" srcOrd="4" destOrd="0" parTransId="{BC365AB2-5204-49F4-AD69-4C9A05A355C6}" sibTransId="{A9F48A56-FCAF-45BC-80D9-DB0A215FCD27}"/>
    <dgm:cxn modelId="{D9EEE7C3-D1C0-4FF6-9312-3470A52EA526}" srcId="{3C59010F-0C8E-4006-BBE6-E8EFEA8EA6C4}" destId="{6DFAC3BC-1554-4643-A165-91922210AF16}" srcOrd="1" destOrd="0" parTransId="{4D980A72-B0FB-47D2-965B-C077BEEFC75F}" sibTransId="{07B7C4F9-FAD7-4755-AF8C-FB4EA1A1F1EB}"/>
    <dgm:cxn modelId="{8F0FD8D1-C41D-4ABB-B471-DFB5ADBE1F8D}" type="presOf" srcId="{E28DF511-1789-45FD-8FD6-4EB4B497539D}" destId="{D65A2591-9929-4C3E-A081-BD8F00E0155C}" srcOrd="0" destOrd="0" presId="urn:microsoft.com/office/officeart/2005/8/layout/cycle1"/>
    <dgm:cxn modelId="{06AB02D7-7BDE-4629-B66F-E5886FB1AF5D}" srcId="{9F681D8C-F034-4E40-B26C-64CCB6C616CB}" destId="{1115EE98-4BDD-4B49-8A5B-8F73CF6738B3}" srcOrd="0" destOrd="0" parTransId="{DEE133DE-9F2A-4B2B-9BF6-75CFA7F019C5}" sibTransId="{ED13D024-4868-4B0C-80BB-DFCAF29DC3F3}"/>
    <dgm:cxn modelId="{772B07D7-87BB-41B2-8631-CD5231A2996D}" type="presOf" srcId="{1E5346FB-8A9A-4003-9C7A-1A7FF2455823}" destId="{D65A2591-9929-4C3E-A081-BD8F00E0155C}" srcOrd="0" destOrd="3" presId="urn:microsoft.com/office/officeart/2005/8/layout/cycle1"/>
    <dgm:cxn modelId="{316710E0-48AC-497D-9847-C4AC27E01894}" srcId="{E28DF511-1789-45FD-8FD6-4EB4B497539D}" destId="{6C0FE82F-E4DF-41E9-B632-7F8C6F53DA7B}" srcOrd="3" destOrd="0" parTransId="{95A23D44-3706-4674-AFA0-70356CA025CA}" sibTransId="{E36C2AB5-4B02-4BAF-87AF-B47DA5C506CF}"/>
    <dgm:cxn modelId="{310F10E1-D29C-4D2D-80A0-0600D92D23FC}" type="presOf" srcId="{63019A6E-A5C7-42E8-BF78-B3B041D0BBFA}" destId="{EFD600D0-AB72-4A9D-9B81-8B5E8FCAC4FC}" srcOrd="0" destOrd="4" presId="urn:microsoft.com/office/officeart/2005/8/layout/cycle1"/>
    <dgm:cxn modelId="{521B03E5-C100-4194-9F5C-E5FB9E7077A0}" type="presOf" srcId="{A9F48A56-FCAF-45BC-80D9-DB0A215FCD27}" destId="{681B6C0A-400B-4752-AA11-22C15F525E85}" srcOrd="0" destOrd="0" presId="urn:microsoft.com/office/officeart/2005/8/layout/cycle1"/>
    <dgm:cxn modelId="{D0F27BE7-742F-494F-9B62-DD756236B189}" srcId="{AB8D9DB7-BB0D-4FAD-9C71-6D09B24340D4}" destId="{F4DAF5EC-B15F-4733-BA9B-B6A3DFEB2DF7}" srcOrd="3" destOrd="0" parTransId="{0CD2DF81-E92C-4C5F-A3EA-E3FD720F46A3}" sibTransId="{AB35E98F-67C5-430C-AC5B-6FF0EF77B7DC}"/>
    <dgm:cxn modelId="{B4136DF1-1C9F-489A-A2C1-97321A80B5CC}" srcId="{9F681D8C-F034-4E40-B26C-64CCB6C616CB}" destId="{548F7B11-934B-48E6-A3C3-D8D6A553EF71}" srcOrd="1" destOrd="0" parTransId="{8A87333E-4827-43B8-8C77-F364BF5BB6B5}" sibTransId="{045B3854-9FEA-44F8-8A8F-5527B74349D4}"/>
    <dgm:cxn modelId="{1AC933F3-9FE5-479D-8043-D03CC3FCC8E3}" type="presOf" srcId="{1115EE98-4BDD-4B49-8A5B-8F73CF6738B3}" destId="{47C95038-E9B1-4EED-BA5D-0E4A8AE36AB2}" srcOrd="0" destOrd="1" presId="urn:microsoft.com/office/officeart/2005/8/layout/cycle1"/>
    <dgm:cxn modelId="{5F4847F5-C820-477B-BB40-7CBB8AD92F75}" type="presOf" srcId="{767986B2-4B7F-4B42-A394-95440DF57A5C}" destId="{EFD600D0-AB72-4A9D-9B81-8B5E8FCAC4FC}" srcOrd="0" destOrd="1" presId="urn:microsoft.com/office/officeart/2005/8/layout/cycle1"/>
    <dgm:cxn modelId="{799F6BF8-5A8B-4F76-984D-7ABBDCB342D6}" type="presOf" srcId="{9F681D8C-F034-4E40-B26C-64CCB6C616CB}" destId="{47C95038-E9B1-4EED-BA5D-0E4A8AE36AB2}" srcOrd="0" destOrd="0" presId="urn:microsoft.com/office/officeart/2005/8/layout/cycle1"/>
    <dgm:cxn modelId="{AA498F1B-DBB5-446A-853E-B999A113C00D}" type="presParOf" srcId="{329256F1-7D24-45AB-B03F-F8200BC7934E}" destId="{46B4BCB0-D610-409D-B58D-7FA69D8F36F9}" srcOrd="0" destOrd="0" presId="urn:microsoft.com/office/officeart/2005/8/layout/cycle1"/>
    <dgm:cxn modelId="{A8EB98EB-8F77-448E-BA15-0DA66C663B42}" type="presParOf" srcId="{329256F1-7D24-45AB-B03F-F8200BC7934E}" destId="{E2B3158B-6B77-45FF-8D4E-BD0C4D966752}" srcOrd="1" destOrd="0" presId="urn:microsoft.com/office/officeart/2005/8/layout/cycle1"/>
    <dgm:cxn modelId="{40E877D6-DDBB-4963-A457-608BA54FEE5F}" type="presParOf" srcId="{329256F1-7D24-45AB-B03F-F8200BC7934E}" destId="{0183BAA1-3BDD-4BA8-AE7E-791CBC41C008}" srcOrd="2" destOrd="0" presId="urn:microsoft.com/office/officeart/2005/8/layout/cycle1"/>
    <dgm:cxn modelId="{616B7858-6E29-4992-AD64-645BB0F7F619}" type="presParOf" srcId="{329256F1-7D24-45AB-B03F-F8200BC7934E}" destId="{F6FD5F5C-2D88-4EB5-A2C3-3E365D2C4424}" srcOrd="3" destOrd="0" presId="urn:microsoft.com/office/officeart/2005/8/layout/cycle1"/>
    <dgm:cxn modelId="{7C361C05-F727-4FBC-B802-D40743AF4415}" type="presParOf" srcId="{329256F1-7D24-45AB-B03F-F8200BC7934E}" destId="{47C95038-E9B1-4EED-BA5D-0E4A8AE36AB2}" srcOrd="4" destOrd="0" presId="urn:microsoft.com/office/officeart/2005/8/layout/cycle1"/>
    <dgm:cxn modelId="{8277C4FC-2D59-414B-BA6D-EA80D7B7750D}" type="presParOf" srcId="{329256F1-7D24-45AB-B03F-F8200BC7934E}" destId="{CCDDE993-9BCE-4BC0-B4EC-6E6C8220F305}" srcOrd="5" destOrd="0" presId="urn:microsoft.com/office/officeart/2005/8/layout/cycle1"/>
    <dgm:cxn modelId="{FF16398A-CA31-4837-8760-6C7F6B618557}" type="presParOf" srcId="{329256F1-7D24-45AB-B03F-F8200BC7934E}" destId="{E534C431-A81C-4BD3-820E-AA4BD5A96B49}" srcOrd="6" destOrd="0" presId="urn:microsoft.com/office/officeart/2005/8/layout/cycle1"/>
    <dgm:cxn modelId="{2777C520-0A8B-4700-856E-A40335505B43}" type="presParOf" srcId="{329256F1-7D24-45AB-B03F-F8200BC7934E}" destId="{D65A2591-9929-4C3E-A081-BD8F00E0155C}" srcOrd="7" destOrd="0" presId="urn:microsoft.com/office/officeart/2005/8/layout/cycle1"/>
    <dgm:cxn modelId="{B480180A-ACE2-49DA-96C6-9BB3D83A770A}" type="presParOf" srcId="{329256F1-7D24-45AB-B03F-F8200BC7934E}" destId="{60E1EC4E-D453-4116-8522-8C8301B60041}" srcOrd="8" destOrd="0" presId="urn:microsoft.com/office/officeart/2005/8/layout/cycle1"/>
    <dgm:cxn modelId="{481114B8-3410-4D28-B3E9-34D47B7151F5}" type="presParOf" srcId="{329256F1-7D24-45AB-B03F-F8200BC7934E}" destId="{42E4738B-CD91-47DF-96AA-F2415E4DB4E9}" srcOrd="9" destOrd="0" presId="urn:microsoft.com/office/officeart/2005/8/layout/cycle1"/>
    <dgm:cxn modelId="{4199F882-1773-4938-ADF7-C3A2C68AC6F7}" type="presParOf" srcId="{329256F1-7D24-45AB-B03F-F8200BC7934E}" destId="{EFD600D0-AB72-4A9D-9B81-8B5E8FCAC4FC}" srcOrd="10" destOrd="0" presId="urn:microsoft.com/office/officeart/2005/8/layout/cycle1"/>
    <dgm:cxn modelId="{3CB7C1D6-2CD2-4300-BE9E-640DDF237EBE}" type="presParOf" srcId="{329256F1-7D24-45AB-B03F-F8200BC7934E}" destId="{CC325D31-5AB4-4ECB-B8A2-29A723290CDB}" srcOrd="11" destOrd="0" presId="urn:microsoft.com/office/officeart/2005/8/layout/cycle1"/>
    <dgm:cxn modelId="{EF1F624E-96DA-4FAD-9936-6928817D6CB3}" type="presParOf" srcId="{329256F1-7D24-45AB-B03F-F8200BC7934E}" destId="{C5976A35-41F8-4FEA-B5AE-7B2E9881D799}" srcOrd="12" destOrd="0" presId="urn:microsoft.com/office/officeart/2005/8/layout/cycle1"/>
    <dgm:cxn modelId="{F6752FAE-953A-4C06-A3C9-701D9DF238A1}" type="presParOf" srcId="{329256F1-7D24-45AB-B03F-F8200BC7934E}" destId="{26075C3D-867B-4E2A-812C-6AC1BE51A2F6}" srcOrd="13" destOrd="0" presId="urn:microsoft.com/office/officeart/2005/8/layout/cycle1"/>
    <dgm:cxn modelId="{60DAA1E6-677E-4066-9FD2-EE5481667860}" type="presParOf" srcId="{329256F1-7D24-45AB-B03F-F8200BC7934E}" destId="{681B6C0A-400B-4752-AA11-22C15F525E85}" srcOrd="14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5590A8A-D154-4C91-9AA4-8674D0271BE3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1A0B435-EA9C-46CF-93BF-37D57D379CBD}">
      <dgm:prSet/>
      <dgm:spPr>
        <a:solidFill>
          <a:srgbClr val="00B050"/>
        </a:solidFill>
      </dgm:spPr>
      <dgm:t>
        <a:bodyPr/>
        <a:lstStyle/>
        <a:p>
          <a:pPr rtl="0"/>
          <a:r>
            <a:rPr lang="en-US" dirty="0"/>
            <a:t>🖼️ </a:t>
          </a:r>
          <a:r>
            <a:rPr lang="en-US" i="1" dirty="0"/>
            <a:t>Image Region</a:t>
          </a:r>
          <a:r>
            <a:rPr lang="en-US" dirty="0"/>
            <a:t> → ⚙️ </a:t>
          </a:r>
          <a:r>
            <a:rPr lang="en-US" i="1" dirty="0"/>
            <a:t>Preprocess</a:t>
          </a:r>
          <a:r>
            <a:rPr lang="en-US" dirty="0"/>
            <a:t> → 🧠 </a:t>
          </a:r>
          <a:r>
            <a:rPr lang="en-US" i="1" dirty="0"/>
            <a:t>OCR Engine</a:t>
          </a:r>
          <a:r>
            <a:rPr lang="en-US" dirty="0"/>
            <a:t> → 📋 </a:t>
          </a:r>
          <a:r>
            <a:rPr lang="en-US" i="1" dirty="0"/>
            <a:t>Structured Output</a:t>
          </a:r>
          <a:endParaRPr lang="en-US" dirty="0"/>
        </a:p>
      </dgm:t>
    </dgm:pt>
    <dgm:pt modelId="{EA2D27B7-F85D-4076-975B-876B1DC3BCE8}" type="parTrans" cxnId="{7908FB70-3012-43D6-A1E9-2B9E51913F0B}">
      <dgm:prSet/>
      <dgm:spPr/>
      <dgm:t>
        <a:bodyPr/>
        <a:lstStyle/>
        <a:p>
          <a:endParaRPr lang="en-US"/>
        </a:p>
      </dgm:t>
    </dgm:pt>
    <dgm:pt modelId="{30000DE0-949F-42F5-9B9B-4AFC95E03814}" type="sibTrans" cxnId="{7908FB70-3012-43D6-A1E9-2B9E51913F0B}">
      <dgm:prSet/>
      <dgm:spPr/>
      <dgm:t>
        <a:bodyPr/>
        <a:lstStyle/>
        <a:p>
          <a:endParaRPr lang="en-US"/>
        </a:p>
      </dgm:t>
    </dgm:pt>
    <dgm:pt modelId="{C45BFE3D-A486-4A90-A7DD-557A061F06B4}" type="pres">
      <dgm:prSet presAssocID="{65590A8A-D154-4C91-9AA4-8674D0271BE3}" presName="Name0" presStyleCnt="0">
        <dgm:presLayoutVars>
          <dgm:dir/>
          <dgm:resizeHandles val="exact"/>
        </dgm:presLayoutVars>
      </dgm:prSet>
      <dgm:spPr/>
    </dgm:pt>
    <dgm:pt modelId="{9807A493-FA27-4EBD-81D0-CCC349648C7A}" type="pres">
      <dgm:prSet presAssocID="{E1A0B435-EA9C-46CF-93BF-37D57D379CBD}" presName="node" presStyleLbl="node1" presStyleIdx="0" presStyleCnt="1" custLinFactNeighborX="-3227" custLinFactNeighborY="-36842">
        <dgm:presLayoutVars>
          <dgm:bulletEnabled val="1"/>
        </dgm:presLayoutVars>
      </dgm:prSet>
      <dgm:spPr/>
    </dgm:pt>
  </dgm:ptLst>
  <dgm:cxnLst>
    <dgm:cxn modelId="{06E4D26D-66A9-4705-AAF6-A8DA2CFEF0FE}" type="presOf" srcId="{65590A8A-D154-4C91-9AA4-8674D0271BE3}" destId="{C45BFE3D-A486-4A90-A7DD-557A061F06B4}" srcOrd="0" destOrd="0" presId="urn:microsoft.com/office/officeart/2005/8/layout/process1"/>
    <dgm:cxn modelId="{7908FB70-3012-43D6-A1E9-2B9E51913F0B}" srcId="{65590A8A-D154-4C91-9AA4-8674D0271BE3}" destId="{E1A0B435-EA9C-46CF-93BF-37D57D379CBD}" srcOrd="0" destOrd="0" parTransId="{EA2D27B7-F85D-4076-975B-876B1DC3BCE8}" sibTransId="{30000DE0-949F-42F5-9B9B-4AFC95E03814}"/>
    <dgm:cxn modelId="{17C784FF-4801-4C44-9CDA-16CFB2498D82}" type="presOf" srcId="{E1A0B435-EA9C-46CF-93BF-37D57D379CBD}" destId="{9807A493-FA27-4EBD-81D0-CCC349648C7A}" srcOrd="0" destOrd="0" presId="urn:microsoft.com/office/officeart/2005/8/layout/process1"/>
    <dgm:cxn modelId="{A34C368A-D325-4937-A3EF-0353524D22EF}" type="presParOf" srcId="{C45BFE3D-A486-4A90-A7DD-557A061F06B4}" destId="{9807A493-FA27-4EBD-81D0-CCC349648C7A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90DBECCF-CD83-4691-814E-5BF6AC089BE8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44F2989-E8D5-49C9-9BED-ACB9010760C0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/>
            <a:t>YOLOv3 Model</a:t>
          </a:r>
          <a:r>
            <a:rPr lang="en-US"/>
            <a:t> – Detects regions of interest (bounding boxes).</a:t>
          </a:r>
        </a:p>
      </dgm:t>
    </dgm:pt>
    <dgm:pt modelId="{B247BF7B-6636-44D7-B2DB-9F30D12DFF95}" type="parTrans" cxnId="{1184D805-1D74-4C9A-BC0C-97620F42FDAB}">
      <dgm:prSet/>
      <dgm:spPr/>
      <dgm:t>
        <a:bodyPr/>
        <a:lstStyle/>
        <a:p>
          <a:endParaRPr lang="en-US"/>
        </a:p>
      </dgm:t>
    </dgm:pt>
    <dgm:pt modelId="{014B1624-0BAA-403C-AE9B-FA8105C2E0E3}" type="sibTrans" cxnId="{1184D805-1D74-4C9A-BC0C-97620F42FDAB}">
      <dgm:prSet/>
      <dgm:spPr/>
      <dgm:t>
        <a:bodyPr/>
        <a:lstStyle/>
        <a:p>
          <a:endParaRPr lang="en-US"/>
        </a:p>
      </dgm:t>
    </dgm:pt>
    <dgm:pt modelId="{26A1B967-3C79-4C9A-AEA8-71E6A1103C47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/>
            <a:t>Tesseract OCR</a:t>
          </a:r>
          <a:r>
            <a:rPr lang="en-US"/>
            <a:t> – Extracts readable text from cropped regions.</a:t>
          </a:r>
        </a:p>
      </dgm:t>
    </dgm:pt>
    <dgm:pt modelId="{B7B6464F-BDB3-49C3-AA25-F6C48A6F2FF8}" type="parTrans" cxnId="{F6AEA9A2-98EE-4B18-AC75-17E966B0DDBB}">
      <dgm:prSet/>
      <dgm:spPr/>
      <dgm:t>
        <a:bodyPr/>
        <a:lstStyle/>
        <a:p>
          <a:endParaRPr lang="en-US"/>
        </a:p>
      </dgm:t>
    </dgm:pt>
    <dgm:pt modelId="{502D5D1A-81B4-4FC6-B39D-FA8F522D9485}" type="sibTrans" cxnId="{F6AEA9A2-98EE-4B18-AC75-17E966B0DDBB}">
      <dgm:prSet/>
      <dgm:spPr/>
      <dgm:t>
        <a:bodyPr/>
        <a:lstStyle/>
        <a:p>
          <a:endParaRPr lang="en-US"/>
        </a:p>
      </dgm:t>
    </dgm:pt>
    <dgm:pt modelId="{5F01E0E6-17AF-4E68-B615-6922CA8DFDD9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/>
            <a:t>Streamlit App</a:t>
          </a:r>
          <a:r>
            <a:rPr lang="en-US"/>
            <a:t> – Provides user-friendly web interface for uploading and viewing results.</a:t>
          </a:r>
        </a:p>
      </dgm:t>
    </dgm:pt>
    <dgm:pt modelId="{DF2A9EF8-D005-4F5E-A79D-53843BD691E3}" type="parTrans" cxnId="{1671F63A-63E6-48BB-AA4E-A5B76081B3BB}">
      <dgm:prSet/>
      <dgm:spPr/>
      <dgm:t>
        <a:bodyPr/>
        <a:lstStyle/>
        <a:p>
          <a:endParaRPr lang="en-US"/>
        </a:p>
      </dgm:t>
    </dgm:pt>
    <dgm:pt modelId="{DFC6C97A-D95B-4F33-97AF-9FCEC263FD9F}" type="sibTrans" cxnId="{1671F63A-63E6-48BB-AA4E-A5B76081B3BB}">
      <dgm:prSet/>
      <dgm:spPr/>
      <dgm:t>
        <a:bodyPr/>
        <a:lstStyle/>
        <a:p>
          <a:endParaRPr lang="en-US"/>
        </a:p>
      </dgm:t>
    </dgm:pt>
    <dgm:pt modelId="{2963C479-82A1-41DB-9DD0-DA1DDF5769A0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/>
            <a:t>Google Drive</a:t>
          </a:r>
          <a:r>
            <a:rPr lang="en-US"/>
            <a:t> – Used for data storage, model weights, and output reports.</a:t>
          </a:r>
        </a:p>
      </dgm:t>
    </dgm:pt>
    <dgm:pt modelId="{975F2B89-4C1C-4C53-9F8F-6FEC45D82B4E}" type="parTrans" cxnId="{FC8AC229-F2C8-4F0A-93C0-2C4743E55E0E}">
      <dgm:prSet/>
      <dgm:spPr/>
      <dgm:t>
        <a:bodyPr/>
        <a:lstStyle/>
        <a:p>
          <a:endParaRPr lang="en-US"/>
        </a:p>
      </dgm:t>
    </dgm:pt>
    <dgm:pt modelId="{7038940A-6FCB-447A-95D8-4A78F30A9C78}" type="sibTrans" cxnId="{FC8AC229-F2C8-4F0A-93C0-2C4743E55E0E}">
      <dgm:prSet/>
      <dgm:spPr/>
      <dgm:t>
        <a:bodyPr/>
        <a:lstStyle/>
        <a:p>
          <a:endParaRPr lang="en-US"/>
        </a:p>
      </dgm:t>
    </dgm:pt>
    <dgm:pt modelId="{74F6DA3A-5D7B-4735-A1E9-9EBFD7F2D45F}" type="pres">
      <dgm:prSet presAssocID="{90DBECCF-CD83-4691-814E-5BF6AC089BE8}" presName="root" presStyleCnt="0">
        <dgm:presLayoutVars>
          <dgm:dir/>
          <dgm:resizeHandles val="exact"/>
        </dgm:presLayoutVars>
      </dgm:prSet>
      <dgm:spPr/>
    </dgm:pt>
    <dgm:pt modelId="{990AB50D-EE99-4D71-BFEF-3A1AA4E534E2}" type="pres">
      <dgm:prSet presAssocID="{844F2989-E8D5-49C9-9BED-ACB9010760C0}" presName="compNode" presStyleCnt="0"/>
      <dgm:spPr/>
    </dgm:pt>
    <dgm:pt modelId="{B54FD4FB-5380-4CC6-8BAC-5632A0FCA412}" type="pres">
      <dgm:prSet presAssocID="{844F2989-E8D5-49C9-9BED-ACB9010760C0}" presName="iconBgRect" presStyleLbl="bgShp" presStyleIdx="0" presStyleCnt="4"/>
      <dgm:spPr/>
    </dgm:pt>
    <dgm:pt modelId="{DCFA2CAE-39BB-4ACA-A2D1-EA780468BFC5}" type="pres">
      <dgm:prSet presAssocID="{844F2989-E8D5-49C9-9BED-ACB9010760C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ox"/>
        </a:ext>
      </dgm:extLst>
    </dgm:pt>
    <dgm:pt modelId="{41D75FC3-DE93-4158-B319-5DADAAFDBDA2}" type="pres">
      <dgm:prSet presAssocID="{844F2989-E8D5-49C9-9BED-ACB9010760C0}" presName="spaceRect" presStyleCnt="0"/>
      <dgm:spPr/>
    </dgm:pt>
    <dgm:pt modelId="{FA897705-2ED4-4122-B3BA-A1DD37189007}" type="pres">
      <dgm:prSet presAssocID="{844F2989-E8D5-49C9-9BED-ACB9010760C0}" presName="textRect" presStyleLbl="revTx" presStyleIdx="0" presStyleCnt="4">
        <dgm:presLayoutVars>
          <dgm:chMax val="1"/>
          <dgm:chPref val="1"/>
        </dgm:presLayoutVars>
      </dgm:prSet>
      <dgm:spPr/>
    </dgm:pt>
    <dgm:pt modelId="{D3627CDA-72B1-4F04-852C-08D4D1CA62F2}" type="pres">
      <dgm:prSet presAssocID="{014B1624-0BAA-403C-AE9B-FA8105C2E0E3}" presName="sibTrans" presStyleCnt="0"/>
      <dgm:spPr/>
    </dgm:pt>
    <dgm:pt modelId="{E2B9C455-9838-419C-B78A-2FE95FBCC063}" type="pres">
      <dgm:prSet presAssocID="{26A1B967-3C79-4C9A-AEA8-71E6A1103C47}" presName="compNode" presStyleCnt="0"/>
      <dgm:spPr/>
    </dgm:pt>
    <dgm:pt modelId="{99BBCBCE-FC6A-4222-94F8-0B5C07B8A594}" type="pres">
      <dgm:prSet presAssocID="{26A1B967-3C79-4C9A-AEA8-71E6A1103C47}" presName="iconBgRect" presStyleLbl="bgShp" presStyleIdx="1" presStyleCnt="4"/>
      <dgm:spPr/>
    </dgm:pt>
    <dgm:pt modelId="{35F93F5A-A12A-4489-BD9A-3EFCA5AA7171}" type="pres">
      <dgm:prSet presAssocID="{26A1B967-3C79-4C9A-AEA8-71E6A1103C4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rawing Compass"/>
        </a:ext>
      </dgm:extLst>
    </dgm:pt>
    <dgm:pt modelId="{2C37A496-546E-4569-BC03-A9F8FF9EE19B}" type="pres">
      <dgm:prSet presAssocID="{26A1B967-3C79-4C9A-AEA8-71E6A1103C47}" presName="spaceRect" presStyleCnt="0"/>
      <dgm:spPr/>
    </dgm:pt>
    <dgm:pt modelId="{A199E47A-9635-490B-BF81-E755E513AB09}" type="pres">
      <dgm:prSet presAssocID="{26A1B967-3C79-4C9A-AEA8-71E6A1103C47}" presName="textRect" presStyleLbl="revTx" presStyleIdx="1" presStyleCnt="4">
        <dgm:presLayoutVars>
          <dgm:chMax val="1"/>
          <dgm:chPref val="1"/>
        </dgm:presLayoutVars>
      </dgm:prSet>
      <dgm:spPr/>
    </dgm:pt>
    <dgm:pt modelId="{1F9A799F-7507-46E7-BD4A-1CA187794832}" type="pres">
      <dgm:prSet presAssocID="{502D5D1A-81B4-4FC6-B39D-FA8F522D9485}" presName="sibTrans" presStyleCnt="0"/>
      <dgm:spPr/>
    </dgm:pt>
    <dgm:pt modelId="{B20788B5-FF20-4469-B8D2-D768083BAF08}" type="pres">
      <dgm:prSet presAssocID="{5F01E0E6-17AF-4E68-B615-6922CA8DFDD9}" presName="compNode" presStyleCnt="0"/>
      <dgm:spPr/>
    </dgm:pt>
    <dgm:pt modelId="{68EB6906-8D9C-461F-9453-D840B6EFDC7F}" type="pres">
      <dgm:prSet presAssocID="{5F01E0E6-17AF-4E68-B615-6922CA8DFDD9}" presName="iconBgRect" presStyleLbl="bgShp" presStyleIdx="2" presStyleCnt="4"/>
      <dgm:spPr/>
    </dgm:pt>
    <dgm:pt modelId="{FF71813A-79BD-4EDD-8E72-814B11CF15EE}" type="pres">
      <dgm:prSet presAssocID="{5F01E0E6-17AF-4E68-B615-6922CA8DFDD9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7AE1461B-C03A-4E8D-ABB4-FD14E7861491}" type="pres">
      <dgm:prSet presAssocID="{5F01E0E6-17AF-4E68-B615-6922CA8DFDD9}" presName="spaceRect" presStyleCnt="0"/>
      <dgm:spPr/>
    </dgm:pt>
    <dgm:pt modelId="{1D9936DB-2DF2-45FC-88C6-2785E9DB4A88}" type="pres">
      <dgm:prSet presAssocID="{5F01E0E6-17AF-4E68-B615-6922CA8DFDD9}" presName="textRect" presStyleLbl="revTx" presStyleIdx="2" presStyleCnt="4">
        <dgm:presLayoutVars>
          <dgm:chMax val="1"/>
          <dgm:chPref val="1"/>
        </dgm:presLayoutVars>
      </dgm:prSet>
      <dgm:spPr/>
    </dgm:pt>
    <dgm:pt modelId="{73272D14-93F7-4DB1-94CA-4D94CE613E09}" type="pres">
      <dgm:prSet presAssocID="{DFC6C97A-D95B-4F33-97AF-9FCEC263FD9F}" presName="sibTrans" presStyleCnt="0"/>
      <dgm:spPr/>
    </dgm:pt>
    <dgm:pt modelId="{B9CE0581-505D-4DFC-A365-3074ADE9E8FD}" type="pres">
      <dgm:prSet presAssocID="{2963C479-82A1-41DB-9DD0-DA1DDF5769A0}" presName="compNode" presStyleCnt="0"/>
      <dgm:spPr/>
    </dgm:pt>
    <dgm:pt modelId="{295002C9-ABC0-42CD-AFBF-DF008FDC593D}" type="pres">
      <dgm:prSet presAssocID="{2963C479-82A1-41DB-9DD0-DA1DDF5769A0}" presName="iconBgRect" presStyleLbl="bgShp" presStyleIdx="3" presStyleCnt="4"/>
      <dgm:spPr/>
    </dgm:pt>
    <dgm:pt modelId="{8E9BF65C-0D19-45D6-A407-C282D69FB2B0}" type="pres">
      <dgm:prSet presAssocID="{2963C479-82A1-41DB-9DD0-DA1DDF5769A0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DCEB23A1-4009-48FC-B394-4AB4B3AE7D4B}" type="pres">
      <dgm:prSet presAssocID="{2963C479-82A1-41DB-9DD0-DA1DDF5769A0}" presName="spaceRect" presStyleCnt="0"/>
      <dgm:spPr/>
    </dgm:pt>
    <dgm:pt modelId="{41031174-CF06-4EBD-9A3E-D758E3A03C27}" type="pres">
      <dgm:prSet presAssocID="{2963C479-82A1-41DB-9DD0-DA1DDF5769A0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1184D805-1D74-4C9A-BC0C-97620F42FDAB}" srcId="{90DBECCF-CD83-4691-814E-5BF6AC089BE8}" destId="{844F2989-E8D5-49C9-9BED-ACB9010760C0}" srcOrd="0" destOrd="0" parTransId="{B247BF7B-6636-44D7-B2DB-9F30D12DFF95}" sibTransId="{014B1624-0BAA-403C-AE9B-FA8105C2E0E3}"/>
    <dgm:cxn modelId="{B717A417-CB0E-4D31-9938-D6D3206B1182}" type="presOf" srcId="{90DBECCF-CD83-4691-814E-5BF6AC089BE8}" destId="{74F6DA3A-5D7B-4735-A1E9-9EBFD7F2D45F}" srcOrd="0" destOrd="0" presId="urn:microsoft.com/office/officeart/2018/5/layout/IconCircleLabelList"/>
    <dgm:cxn modelId="{FC8AC229-F2C8-4F0A-93C0-2C4743E55E0E}" srcId="{90DBECCF-CD83-4691-814E-5BF6AC089BE8}" destId="{2963C479-82A1-41DB-9DD0-DA1DDF5769A0}" srcOrd="3" destOrd="0" parTransId="{975F2B89-4C1C-4C53-9F8F-6FEC45D82B4E}" sibTransId="{7038940A-6FCB-447A-95D8-4A78F30A9C78}"/>
    <dgm:cxn modelId="{1671F63A-63E6-48BB-AA4E-A5B76081B3BB}" srcId="{90DBECCF-CD83-4691-814E-5BF6AC089BE8}" destId="{5F01E0E6-17AF-4E68-B615-6922CA8DFDD9}" srcOrd="2" destOrd="0" parTransId="{DF2A9EF8-D005-4F5E-A79D-53843BD691E3}" sibTransId="{DFC6C97A-D95B-4F33-97AF-9FCEC263FD9F}"/>
    <dgm:cxn modelId="{E9139888-0929-42C2-902A-3DE5107E6E97}" type="presOf" srcId="{2963C479-82A1-41DB-9DD0-DA1DDF5769A0}" destId="{41031174-CF06-4EBD-9A3E-D758E3A03C27}" srcOrd="0" destOrd="0" presId="urn:microsoft.com/office/officeart/2018/5/layout/IconCircleLabelList"/>
    <dgm:cxn modelId="{52647792-13A3-47BE-87D8-BA91F7BBF059}" type="presOf" srcId="{26A1B967-3C79-4C9A-AEA8-71E6A1103C47}" destId="{A199E47A-9635-490B-BF81-E755E513AB09}" srcOrd="0" destOrd="0" presId="urn:microsoft.com/office/officeart/2018/5/layout/IconCircleLabelList"/>
    <dgm:cxn modelId="{F6AEA9A2-98EE-4B18-AC75-17E966B0DDBB}" srcId="{90DBECCF-CD83-4691-814E-5BF6AC089BE8}" destId="{26A1B967-3C79-4C9A-AEA8-71E6A1103C47}" srcOrd="1" destOrd="0" parTransId="{B7B6464F-BDB3-49C3-AA25-F6C48A6F2FF8}" sibTransId="{502D5D1A-81B4-4FC6-B39D-FA8F522D9485}"/>
    <dgm:cxn modelId="{2497F8AA-C42C-49BD-91F6-3F97E8F78639}" type="presOf" srcId="{5F01E0E6-17AF-4E68-B615-6922CA8DFDD9}" destId="{1D9936DB-2DF2-45FC-88C6-2785E9DB4A88}" srcOrd="0" destOrd="0" presId="urn:microsoft.com/office/officeart/2018/5/layout/IconCircleLabelList"/>
    <dgm:cxn modelId="{920211DC-562D-4743-8D43-9E7D45052CF4}" type="presOf" srcId="{844F2989-E8D5-49C9-9BED-ACB9010760C0}" destId="{FA897705-2ED4-4122-B3BA-A1DD37189007}" srcOrd="0" destOrd="0" presId="urn:microsoft.com/office/officeart/2018/5/layout/IconCircleLabelList"/>
    <dgm:cxn modelId="{7D7247F6-F872-466C-8DB1-90A4BAA0E03A}" type="presParOf" srcId="{74F6DA3A-5D7B-4735-A1E9-9EBFD7F2D45F}" destId="{990AB50D-EE99-4D71-BFEF-3A1AA4E534E2}" srcOrd="0" destOrd="0" presId="urn:microsoft.com/office/officeart/2018/5/layout/IconCircleLabelList"/>
    <dgm:cxn modelId="{F58A5C49-45D6-4DD1-8E5D-2855F5A9553F}" type="presParOf" srcId="{990AB50D-EE99-4D71-BFEF-3A1AA4E534E2}" destId="{B54FD4FB-5380-4CC6-8BAC-5632A0FCA412}" srcOrd="0" destOrd="0" presId="urn:microsoft.com/office/officeart/2018/5/layout/IconCircleLabelList"/>
    <dgm:cxn modelId="{542E453F-DE82-4B18-8A13-E2AB491D5013}" type="presParOf" srcId="{990AB50D-EE99-4D71-BFEF-3A1AA4E534E2}" destId="{DCFA2CAE-39BB-4ACA-A2D1-EA780468BFC5}" srcOrd="1" destOrd="0" presId="urn:microsoft.com/office/officeart/2018/5/layout/IconCircleLabelList"/>
    <dgm:cxn modelId="{6FBBA79B-61F3-49BD-B743-8ED17E0E8B2B}" type="presParOf" srcId="{990AB50D-EE99-4D71-BFEF-3A1AA4E534E2}" destId="{41D75FC3-DE93-4158-B319-5DADAAFDBDA2}" srcOrd="2" destOrd="0" presId="urn:microsoft.com/office/officeart/2018/5/layout/IconCircleLabelList"/>
    <dgm:cxn modelId="{176D9A83-87A3-42C4-B065-B87F59408EAE}" type="presParOf" srcId="{990AB50D-EE99-4D71-BFEF-3A1AA4E534E2}" destId="{FA897705-2ED4-4122-B3BA-A1DD37189007}" srcOrd="3" destOrd="0" presId="urn:microsoft.com/office/officeart/2018/5/layout/IconCircleLabelList"/>
    <dgm:cxn modelId="{B383FDA0-15D3-4A1C-B53E-6A442ACAE496}" type="presParOf" srcId="{74F6DA3A-5D7B-4735-A1E9-9EBFD7F2D45F}" destId="{D3627CDA-72B1-4F04-852C-08D4D1CA62F2}" srcOrd="1" destOrd="0" presId="urn:microsoft.com/office/officeart/2018/5/layout/IconCircleLabelList"/>
    <dgm:cxn modelId="{5B7A0DBD-74DB-4390-A41D-FE97239478CE}" type="presParOf" srcId="{74F6DA3A-5D7B-4735-A1E9-9EBFD7F2D45F}" destId="{E2B9C455-9838-419C-B78A-2FE95FBCC063}" srcOrd="2" destOrd="0" presId="urn:microsoft.com/office/officeart/2018/5/layout/IconCircleLabelList"/>
    <dgm:cxn modelId="{47EB93CE-A11D-41F8-8EE9-60BFFA786AE9}" type="presParOf" srcId="{E2B9C455-9838-419C-B78A-2FE95FBCC063}" destId="{99BBCBCE-FC6A-4222-94F8-0B5C07B8A594}" srcOrd="0" destOrd="0" presId="urn:microsoft.com/office/officeart/2018/5/layout/IconCircleLabelList"/>
    <dgm:cxn modelId="{5EFC8ED0-FF83-46DB-B82B-DA080FD1B828}" type="presParOf" srcId="{E2B9C455-9838-419C-B78A-2FE95FBCC063}" destId="{35F93F5A-A12A-4489-BD9A-3EFCA5AA7171}" srcOrd="1" destOrd="0" presId="urn:microsoft.com/office/officeart/2018/5/layout/IconCircleLabelList"/>
    <dgm:cxn modelId="{E496DCC3-C959-4248-AB83-3A238260DB05}" type="presParOf" srcId="{E2B9C455-9838-419C-B78A-2FE95FBCC063}" destId="{2C37A496-546E-4569-BC03-A9F8FF9EE19B}" srcOrd="2" destOrd="0" presId="urn:microsoft.com/office/officeart/2018/5/layout/IconCircleLabelList"/>
    <dgm:cxn modelId="{9ED08614-981D-47CE-8B24-F89834BA36F5}" type="presParOf" srcId="{E2B9C455-9838-419C-B78A-2FE95FBCC063}" destId="{A199E47A-9635-490B-BF81-E755E513AB09}" srcOrd="3" destOrd="0" presId="urn:microsoft.com/office/officeart/2018/5/layout/IconCircleLabelList"/>
    <dgm:cxn modelId="{7180F8FA-CE30-46E6-877F-8D98E27D6E7F}" type="presParOf" srcId="{74F6DA3A-5D7B-4735-A1E9-9EBFD7F2D45F}" destId="{1F9A799F-7507-46E7-BD4A-1CA187794832}" srcOrd="3" destOrd="0" presId="urn:microsoft.com/office/officeart/2018/5/layout/IconCircleLabelList"/>
    <dgm:cxn modelId="{AC61CF11-7EFC-4D09-BBF4-D70C05FBAB08}" type="presParOf" srcId="{74F6DA3A-5D7B-4735-A1E9-9EBFD7F2D45F}" destId="{B20788B5-FF20-4469-B8D2-D768083BAF08}" srcOrd="4" destOrd="0" presId="urn:microsoft.com/office/officeart/2018/5/layout/IconCircleLabelList"/>
    <dgm:cxn modelId="{8D244D29-D255-498D-80C8-F8BAABEE63B0}" type="presParOf" srcId="{B20788B5-FF20-4469-B8D2-D768083BAF08}" destId="{68EB6906-8D9C-461F-9453-D840B6EFDC7F}" srcOrd="0" destOrd="0" presId="urn:microsoft.com/office/officeart/2018/5/layout/IconCircleLabelList"/>
    <dgm:cxn modelId="{A81E32FC-BCC0-45D2-AE67-56154A75D697}" type="presParOf" srcId="{B20788B5-FF20-4469-B8D2-D768083BAF08}" destId="{FF71813A-79BD-4EDD-8E72-814B11CF15EE}" srcOrd="1" destOrd="0" presId="urn:microsoft.com/office/officeart/2018/5/layout/IconCircleLabelList"/>
    <dgm:cxn modelId="{AC1032F7-06B1-4A38-8B62-F7BEB5DF8BD5}" type="presParOf" srcId="{B20788B5-FF20-4469-B8D2-D768083BAF08}" destId="{7AE1461B-C03A-4E8D-ABB4-FD14E7861491}" srcOrd="2" destOrd="0" presId="urn:microsoft.com/office/officeart/2018/5/layout/IconCircleLabelList"/>
    <dgm:cxn modelId="{8CB2D75E-1F4F-4065-A541-87AAAA7FC18B}" type="presParOf" srcId="{B20788B5-FF20-4469-B8D2-D768083BAF08}" destId="{1D9936DB-2DF2-45FC-88C6-2785E9DB4A88}" srcOrd="3" destOrd="0" presId="urn:microsoft.com/office/officeart/2018/5/layout/IconCircleLabelList"/>
    <dgm:cxn modelId="{F8303585-8D25-41B6-BA8E-AF2289F0F693}" type="presParOf" srcId="{74F6DA3A-5D7B-4735-A1E9-9EBFD7F2D45F}" destId="{73272D14-93F7-4DB1-94CA-4D94CE613E09}" srcOrd="5" destOrd="0" presId="urn:microsoft.com/office/officeart/2018/5/layout/IconCircleLabelList"/>
    <dgm:cxn modelId="{A7B05548-102F-47F3-BC6E-1BA7A557FC77}" type="presParOf" srcId="{74F6DA3A-5D7B-4735-A1E9-9EBFD7F2D45F}" destId="{B9CE0581-505D-4DFC-A365-3074ADE9E8FD}" srcOrd="6" destOrd="0" presId="urn:microsoft.com/office/officeart/2018/5/layout/IconCircleLabelList"/>
    <dgm:cxn modelId="{337AB299-FE09-44D9-AA3A-4D5CEB1198ED}" type="presParOf" srcId="{B9CE0581-505D-4DFC-A365-3074ADE9E8FD}" destId="{295002C9-ABC0-42CD-AFBF-DF008FDC593D}" srcOrd="0" destOrd="0" presId="urn:microsoft.com/office/officeart/2018/5/layout/IconCircleLabelList"/>
    <dgm:cxn modelId="{A1C9DF45-4F75-4D9B-B3C9-32F9DD04A0E4}" type="presParOf" srcId="{B9CE0581-505D-4DFC-A365-3074ADE9E8FD}" destId="{8E9BF65C-0D19-45D6-A407-C282D69FB2B0}" srcOrd="1" destOrd="0" presId="urn:microsoft.com/office/officeart/2018/5/layout/IconCircleLabelList"/>
    <dgm:cxn modelId="{BFEAD904-C8DC-4F04-8E24-665ECA8BE4B6}" type="presParOf" srcId="{B9CE0581-505D-4DFC-A365-3074ADE9E8FD}" destId="{DCEB23A1-4009-48FC-B394-4AB4B3AE7D4B}" srcOrd="2" destOrd="0" presId="urn:microsoft.com/office/officeart/2018/5/layout/IconCircleLabelList"/>
    <dgm:cxn modelId="{DD67D205-E1EA-4E2B-8B20-51908F798AA1}" type="presParOf" srcId="{B9CE0581-505D-4DFC-A365-3074ADE9E8FD}" destId="{41031174-CF06-4EBD-9A3E-D758E3A03C27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410BA4E0-F980-4096-9370-EF0FC9FB5EDE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F6AC69A-75BA-4CEF-9360-E47AEE7E806B}">
      <dgm:prSet>
        <dgm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pPr rtl="0"/>
          <a:r>
            <a:rPr lang="en-US" b="1"/>
            <a:t>Workflow Overview</a:t>
          </a:r>
          <a:endParaRPr lang="en-US"/>
        </a:p>
      </dgm:t>
    </dgm:pt>
    <dgm:pt modelId="{11315EFD-BBEA-4570-BF41-BD803E8658EB}" type="parTrans" cxnId="{18842F4E-6171-47F5-8BD7-B50128579DD0}">
      <dgm:prSet/>
      <dgm:spPr/>
      <dgm:t>
        <a:bodyPr/>
        <a:lstStyle/>
        <a:p>
          <a:endParaRPr lang="en-US"/>
        </a:p>
      </dgm:t>
    </dgm:pt>
    <dgm:pt modelId="{E4625301-044B-41CE-8A20-955E57E87A5A}" type="sibTrans" cxnId="{18842F4E-6171-47F5-8BD7-B50128579DD0}">
      <dgm:prSet/>
      <dgm:spPr/>
      <dgm:t>
        <a:bodyPr/>
        <a:lstStyle/>
        <a:p>
          <a:endParaRPr lang="en-US"/>
        </a:p>
      </dgm:t>
    </dgm:pt>
    <dgm:pt modelId="{47D5A99B-C580-43A7-BED4-FF24524934D6}">
      <dgm:prSet/>
      <dgm:spPr/>
      <dgm:t>
        <a:bodyPr/>
        <a:lstStyle/>
        <a:p>
          <a:pPr rtl="0"/>
          <a:r>
            <a:rPr lang="en-US"/>
            <a:t>User uploads a lab report through the </a:t>
          </a:r>
          <a:r>
            <a:rPr lang="en-US" b="1"/>
            <a:t>Streamlit UI</a:t>
          </a:r>
          <a:r>
            <a:rPr lang="en-US"/>
            <a:t>.</a:t>
          </a:r>
        </a:p>
      </dgm:t>
    </dgm:pt>
    <dgm:pt modelId="{DE3574D0-B20C-4806-BD5A-8BB402A2DFD2}" type="parTrans" cxnId="{33B2E7B0-3BED-41B6-8823-23C21BF6264F}">
      <dgm:prSet/>
      <dgm:spPr/>
      <dgm:t>
        <a:bodyPr/>
        <a:lstStyle/>
        <a:p>
          <a:endParaRPr lang="en-US"/>
        </a:p>
      </dgm:t>
    </dgm:pt>
    <dgm:pt modelId="{C8CF872D-5877-4641-90BA-E310E85E6A78}" type="sibTrans" cxnId="{33B2E7B0-3BED-41B6-8823-23C21BF6264F}">
      <dgm:prSet/>
      <dgm:spPr/>
      <dgm:t>
        <a:bodyPr/>
        <a:lstStyle/>
        <a:p>
          <a:endParaRPr lang="en-US"/>
        </a:p>
      </dgm:t>
    </dgm:pt>
    <dgm:pt modelId="{A9E6A439-2DAE-4B83-9549-7B971ADC1C8A}">
      <dgm:prSet/>
      <dgm:spPr/>
      <dgm:t>
        <a:bodyPr/>
        <a:lstStyle/>
        <a:p>
          <a:pPr rtl="0"/>
          <a:r>
            <a:rPr lang="en-US"/>
            <a:t>Image is passed to the </a:t>
          </a:r>
          <a:r>
            <a:rPr lang="en-US" b="1"/>
            <a:t>YOLOv3 model</a:t>
          </a:r>
          <a:r>
            <a:rPr lang="en-US"/>
            <a:t> to detect text fields.</a:t>
          </a:r>
        </a:p>
      </dgm:t>
    </dgm:pt>
    <dgm:pt modelId="{4ADAF6D6-9E2D-412A-A036-F5E2ED2E20FC}" type="parTrans" cxnId="{12C59029-4747-483A-837A-8811C31F263A}">
      <dgm:prSet/>
      <dgm:spPr/>
      <dgm:t>
        <a:bodyPr/>
        <a:lstStyle/>
        <a:p>
          <a:endParaRPr lang="en-US"/>
        </a:p>
      </dgm:t>
    </dgm:pt>
    <dgm:pt modelId="{3D10820B-5FEB-49FF-865A-14BDFD2A65B4}" type="sibTrans" cxnId="{12C59029-4747-483A-837A-8811C31F263A}">
      <dgm:prSet/>
      <dgm:spPr/>
      <dgm:t>
        <a:bodyPr/>
        <a:lstStyle/>
        <a:p>
          <a:endParaRPr lang="en-US"/>
        </a:p>
      </dgm:t>
    </dgm:pt>
    <dgm:pt modelId="{59C9E8A7-945E-4660-8CEC-1D7A1B8C3F69}">
      <dgm:prSet/>
      <dgm:spPr/>
      <dgm:t>
        <a:bodyPr/>
        <a:lstStyle/>
        <a:p>
          <a:pPr rtl="0"/>
          <a:r>
            <a:rPr lang="en-US"/>
            <a:t>Detected fields are cropped and sent to </a:t>
          </a:r>
          <a:r>
            <a:rPr lang="en-US" b="1"/>
            <a:t>Tesseract OCR</a:t>
          </a:r>
          <a:r>
            <a:rPr lang="en-US"/>
            <a:t> for text extraction.</a:t>
          </a:r>
        </a:p>
      </dgm:t>
    </dgm:pt>
    <dgm:pt modelId="{B3D049DA-6B59-4A5A-A681-2A25E4FC9288}" type="parTrans" cxnId="{A821C3A3-A054-442B-8BA7-D89E6BD26E16}">
      <dgm:prSet/>
      <dgm:spPr/>
      <dgm:t>
        <a:bodyPr/>
        <a:lstStyle/>
        <a:p>
          <a:endParaRPr lang="en-US"/>
        </a:p>
      </dgm:t>
    </dgm:pt>
    <dgm:pt modelId="{529C9572-7B65-4380-876E-01A9EC85EB94}" type="sibTrans" cxnId="{A821C3A3-A054-442B-8BA7-D89E6BD26E16}">
      <dgm:prSet/>
      <dgm:spPr/>
      <dgm:t>
        <a:bodyPr/>
        <a:lstStyle/>
        <a:p>
          <a:endParaRPr lang="en-US"/>
        </a:p>
      </dgm:t>
    </dgm:pt>
    <dgm:pt modelId="{A3F862D1-0639-4D55-9142-87CE891F9A36}">
      <dgm:prSet/>
      <dgm:spPr/>
      <dgm:t>
        <a:bodyPr/>
        <a:lstStyle/>
        <a:p>
          <a:pPr rtl="0"/>
          <a:r>
            <a:rPr lang="en-US"/>
            <a:t>Extracted text is structured (JSON, CSV, or PDF).</a:t>
          </a:r>
        </a:p>
      </dgm:t>
    </dgm:pt>
    <dgm:pt modelId="{9EFE6917-7970-4688-A517-5B65B42F2B93}" type="parTrans" cxnId="{1AD8DC58-E9DD-4FC9-86E7-436E46AE5A10}">
      <dgm:prSet/>
      <dgm:spPr/>
      <dgm:t>
        <a:bodyPr/>
        <a:lstStyle/>
        <a:p>
          <a:endParaRPr lang="en-US"/>
        </a:p>
      </dgm:t>
    </dgm:pt>
    <dgm:pt modelId="{21BFBE51-5BBC-44B5-85D8-61794FE0D269}" type="sibTrans" cxnId="{1AD8DC58-E9DD-4FC9-86E7-436E46AE5A10}">
      <dgm:prSet/>
      <dgm:spPr/>
      <dgm:t>
        <a:bodyPr/>
        <a:lstStyle/>
        <a:p>
          <a:endParaRPr lang="en-US"/>
        </a:p>
      </dgm:t>
    </dgm:pt>
    <dgm:pt modelId="{09D79A92-E0D6-4E08-AD69-CEC926335672}">
      <dgm:prSet/>
      <dgm:spPr/>
      <dgm:t>
        <a:bodyPr/>
        <a:lstStyle/>
        <a:p>
          <a:pPr rtl="0"/>
          <a:r>
            <a:rPr lang="en-US"/>
            <a:t>Results are automatically stored and downloadable via </a:t>
          </a:r>
          <a:r>
            <a:rPr lang="en-US" b="1"/>
            <a:t>cloud integration</a:t>
          </a:r>
          <a:endParaRPr lang="en-US"/>
        </a:p>
      </dgm:t>
    </dgm:pt>
    <dgm:pt modelId="{46D79658-5493-4308-B916-774B9622B691}" type="parTrans" cxnId="{3295E654-95A5-4BDA-B97F-49A29D4D336E}">
      <dgm:prSet/>
      <dgm:spPr/>
      <dgm:t>
        <a:bodyPr/>
        <a:lstStyle/>
        <a:p>
          <a:endParaRPr lang="en-US"/>
        </a:p>
      </dgm:t>
    </dgm:pt>
    <dgm:pt modelId="{34EAA0C2-19CD-47E4-899A-AE39042225A5}" type="sibTrans" cxnId="{3295E654-95A5-4BDA-B97F-49A29D4D336E}">
      <dgm:prSet/>
      <dgm:spPr/>
      <dgm:t>
        <a:bodyPr/>
        <a:lstStyle/>
        <a:p>
          <a:endParaRPr lang="en-US"/>
        </a:p>
      </dgm:t>
    </dgm:pt>
    <dgm:pt modelId="{380325B0-2D4E-4C94-9494-DDC22C4DBD59}" type="pres">
      <dgm:prSet presAssocID="{410BA4E0-F980-4096-9370-EF0FC9FB5EDE}" presName="Name0" presStyleCnt="0">
        <dgm:presLayoutVars>
          <dgm:chMax val="7"/>
          <dgm:chPref val="7"/>
          <dgm:dir/>
        </dgm:presLayoutVars>
      </dgm:prSet>
      <dgm:spPr/>
    </dgm:pt>
    <dgm:pt modelId="{EE06B260-D765-4D12-9817-7684B1EB3FDB}" type="pres">
      <dgm:prSet presAssocID="{410BA4E0-F980-4096-9370-EF0FC9FB5EDE}" presName="Name1" presStyleCnt="0"/>
      <dgm:spPr/>
    </dgm:pt>
    <dgm:pt modelId="{85BCF376-F410-425D-AC70-49CE6A6D99E7}" type="pres">
      <dgm:prSet presAssocID="{410BA4E0-F980-4096-9370-EF0FC9FB5EDE}" presName="cycle" presStyleCnt="0"/>
      <dgm:spPr/>
    </dgm:pt>
    <dgm:pt modelId="{BF9AC3B1-AC17-4B0F-A495-5FBD2A01E143}" type="pres">
      <dgm:prSet presAssocID="{410BA4E0-F980-4096-9370-EF0FC9FB5EDE}" presName="srcNode" presStyleLbl="node1" presStyleIdx="0" presStyleCnt="6"/>
      <dgm:spPr/>
    </dgm:pt>
    <dgm:pt modelId="{85EFB150-3833-42D3-9258-EAD31AE43108}" type="pres">
      <dgm:prSet presAssocID="{410BA4E0-F980-4096-9370-EF0FC9FB5EDE}" presName="conn" presStyleLbl="parChTrans1D2" presStyleIdx="0" presStyleCnt="1"/>
      <dgm:spPr/>
    </dgm:pt>
    <dgm:pt modelId="{EED11CAE-08DA-4FF8-A5A1-9A382FD13913}" type="pres">
      <dgm:prSet presAssocID="{410BA4E0-F980-4096-9370-EF0FC9FB5EDE}" presName="extraNode" presStyleLbl="node1" presStyleIdx="0" presStyleCnt="6"/>
      <dgm:spPr/>
    </dgm:pt>
    <dgm:pt modelId="{15A7A7B0-CDBA-493E-83C8-677B27F1785E}" type="pres">
      <dgm:prSet presAssocID="{410BA4E0-F980-4096-9370-EF0FC9FB5EDE}" presName="dstNode" presStyleLbl="node1" presStyleIdx="0" presStyleCnt="6"/>
      <dgm:spPr/>
    </dgm:pt>
    <dgm:pt modelId="{8B138123-829F-4625-ABF1-23A377FC6B8D}" type="pres">
      <dgm:prSet presAssocID="{8F6AC69A-75BA-4CEF-9360-E47AEE7E806B}" presName="text_1" presStyleLbl="node1" presStyleIdx="0" presStyleCnt="6" custScaleX="46899" custScaleY="155858" custLinFactNeighborX="-23499" custLinFactNeighborY="0">
        <dgm:presLayoutVars>
          <dgm:bulletEnabled val="1"/>
        </dgm:presLayoutVars>
      </dgm:prSet>
      <dgm:spPr/>
    </dgm:pt>
    <dgm:pt modelId="{2E650130-1F47-4AA5-BBEC-8DFC53C39699}" type="pres">
      <dgm:prSet presAssocID="{8F6AC69A-75BA-4CEF-9360-E47AEE7E806B}" presName="accent_1" presStyleCnt="0"/>
      <dgm:spPr/>
    </dgm:pt>
    <dgm:pt modelId="{9B18F8E8-70F3-4879-9135-AC0DF7258B24}" type="pres">
      <dgm:prSet presAssocID="{8F6AC69A-75BA-4CEF-9360-E47AEE7E806B}" presName="accentRepeatNode" presStyleLbl="solidFgAcc1" presStyleIdx="0" presStyleCnt="6"/>
      <dgm:spPr/>
    </dgm:pt>
    <dgm:pt modelId="{66307EC5-10F0-4DE5-A523-E1EF7C74E35E}" type="pres">
      <dgm:prSet presAssocID="{47D5A99B-C580-43A7-BED4-FF24524934D6}" presName="text_2" presStyleLbl="node1" presStyleIdx="1" presStyleCnt="6">
        <dgm:presLayoutVars>
          <dgm:bulletEnabled val="1"/>
        </dgm:presLayoutVars>
      </dgm:prSet>
      <dgm:spPr/>
    </dgm:pt>
    <dgm:pt modelId="{1FDCCB5F-C1EE-4792-9194-F6D0F9F02741}" type="pres">
      <dgm:prSet presAssocID="{47D5A99B-C580-43A7-BED4-FF24524934D6}" presName="accent_2" presStyleCnt="0"/>
      <dgm:spPr/>
    </dgm:pt>
    <dgm:pt modelId="{C80EA193-F7AC-4702-8DEA-58A9267F22E3}" type="pres">
      <dgm:prSet presAssocID="{47D5A99B-C580-43A7-BED4-FF24524934D6}" presName="accentRepeatNode" presStyleLbl="solidFgAcc1" presStyleIdx="1" presStyleCnt="6"/>
      <dgm:spPr/>
    </dgm:pt>
    <dgm:pt modelId="{770BE115-97AB-4B22-888E-DF1C50D10EB2}" type="pres">
      <dgm:prSet presAssocID="{A9E6A439-2DAE-4B83-9549-7B971ADC1C8A}" presName="text_3" presStyleLbl="node1" presStyleIdx="2" presStyleCnt="6">
        <dgm:presLayoutVars>
          <dgm:bulletEnabled val="1"/>
        </dgm:presLayoutVars>
      </dgm:prSet>
      <dgm:spPr/>
    </dgm:pt>
    <dgm:pt modelId="{B50A6833-1643-46DD-BFF8-1A3261B54C18}" type="pres">
      <dgm:prSet presAssocID="{A9E6A439-2DAE-4B83-9549-7B971ADC1C8A}" presName="accent_3" presStyleCnt="0"/>
      <dgm:spPr/>
    </dgm:pt>
    <dgm:pt modelId="{EA6FB45E-4DDE-4F28-B611-1C8C3244F562}" type="pres">
      <dgm:prSet presAssocID="{A9E6A439-2DAE-4B83-9549-7B971ADC1C8A}" presName="accentRepeatNode" presStyleLbl="solidFgAcc1" presStyleIdx="2" presStyleCnt="6"/>
      <dgm:spPr/>
    </dgm:pt>
    <dgm:pt modelId="{2BA7EB2C-3DC0-4F5B-8F37-7D263E2F8778}" type="pres">
      <dgm:prSet presAssocID="{59C9E8A7-945E-4660-8CEC-1D7A1B8C3F69}" presName="text_4" presStyleLbl="node1" presStyleIdx="3" presStyleCnt="6">
        <dgm:presLayoutVars>
          <dgm:bulletEnabled val="1"/>
        </dgm:presLayoutVars>
      </dgm:prSet>
      <dgm:spPr/>
    </dgm:pt>
    <dgm:pt modelId="{F8FF9C31-C625-48E8-9A96-D0207B93C503}" type="pres">
      <dgm:prSet presAssocID="{59C9E8A7-945E-4660-8CEC-1D7A1B8C3F69}" presName="accent_4" presStyleCnt="0"/>
      <dgm:spPr/>
    </dgm:pt>
    <dgm:pt modelId="{9599047C-9E55-4EA9-ABA2-54C05AB13E6E}" type="pres">
      <dgm:prSet presAssocID="{59C9E8A7-945E-4660-8CEC-1D7A1B8C3F69}" presName="accentRepeatNode" presStyleLbl="solidFgAcc1" presStyleIdx="3" presStyleCnt="6"/>
      <dgm:spPr/>
    </dgm:pt>
    <dgm:pt modelId="{0314FE14-C810-4E15-8F38-3450AC02A4FC}" type="pres">
      <dgm:prSet presAssocID="{A3F862D1-0639-4D55-9142-87CE891F9A36}" presName="text_5" presStyleLbl="node1" presStyleIdx="4" presStyleCnt="6">
        <dgm:presLayoutVars>
          <dgm:bulletEnabled val="1"/>
        </dgm:presLayoutVars>
      </dgm:prSet>
      <dgm:spPr/>
    </dgm:pt>
    <dgm:pt modelId="{8DB5B3FB-FF37-4CE2-B427-8CCD42065133}" type="pres">
      <dgm:prSet presAssocID="{A3F862D1-0639-4D55-9142-87CE891F9A36}" presName="accent_5" presStyleCnt="0"/>
      <dgm:spPr/>
    </dgm:pt>
    <dgm:pt modelId="{7461BB39-11C3-4214-8F0B-F0F98BE6D70F}" type="pres">
      <dgm:prSet presAssocID="{A3F862D1-0639-4D55-9142-87CE891F9A36}" presName="accentRepeatNode" presStyleLbl="solidFgAcc1" presStyleIdx="4" presStyleCnt="6"/>
      <dgm:spPr/>
    </dgm:pt>
    <dgm:pt modelId="{AB33183D-6F44-441F-80B5-1B0E59B63FFA}" type="pres">
      <dgm:prSet presAssocID="{09D79A92-E0D6-4E08-AD69-CEC926335672}" presName="text_6" presStyleLbl="node1" presStyleIdx="5" presStyleCnt="6">
        <dgm:presLayoutVars>
          <dgm:bulletEnabled val="1"/>
        </dgm:presLayoutVars>
      </dgm:prSet>
      <dgm:spPr/>
    </dgm:pt>
    <dgm:pt modelId="{BDA3CF2E-FCD2-408A-9AB2-85636E1EDDA8}" type="pres">
      <dgm:prSet presAssocID="{09D79A92-E0D6-4E08-AD69-CEC926335672}" presName="accent_6" presStyleCnt="0"/>
      <dgm:spPr/>
    </dgm:pt>
    <dgm:pt modelId="{6C07C491-7439-4741-91EB-F6A247910D43}" type="pres">
      <dgm:prSet presAssocID="{09D79A92-E0D6-4E08-AD69-CEC926335672}" presName="accentRepeatNode" presStyleLbl="solidFgAcc1" presStyleIdx="5" presStyleCnt="6"/>
      <dgm:spPr/>
    </dgm:pt>
  </dgm:ptLst>
  <dgm:cxnLst>
    <dgm:cxn modelId="{B62A0A01-D943-46BE-9006-B9FC6C764491}" type="presOf" srcId="{47D5A99B-C580-43A7-BED4-FF24524934D6}" destId="{66307EC5-10F0-4DE5-A523-E1EF7C74E35E}" srcOrd="0" destOrd="0" presId="urn:microsoft.com/office/officeart/2008/layout/VerticalCurvedList"/>
    <dgm:cxn modelId="{40BB7417-8E53-43F0-97DC-32131C386788}" type="presOf" srcId="{59C9E8A7-945E-4660-8CEC-1D7A1B8C3F69}" destId="{2BA7EB2C-3DC0-4F5B-8F37-7D263E2F8778}" srcOrd="0" destOrd="0" presId="urn:microsoft.com/office/officeart/2008/layout/VerticalCurvedList"/>
    <dgm:cxn modelId="{12C59029-4747-483A-837A-8811C31F263A}" srcId="{410BA4E0-F980-4096-9370-EF0FC9FB5EDE}" destId="{A9E6A439-2DAE-4B83-9549-7B971ADC1C8A}" srcOrd="2" destOrd="0" parTransId="{4ADAF6D6-9E2D-412A-A036-F5E2ED2E20FC}" sibTransId="{3D10820B-5FEB-49FF-865A-14BDFD2A65B4}"/>
    <dgm:cxn modelId="{18842F4E-6171-47F5-8BD7-B50128579DD0}" srcId="{410BA4E0-F980-4096-9370-EF0FC9FB5EDE}" destId="{8F6AC69A-75BA-4CEF-9360-E47AEE7E806B}" srcOrd="0" destOrd="0" parTransId="{11315EFD-BBEA-4570-BF41-BD803E8658EB}" sibTransId="{E4625301-044B-41CE-8A20-955E57E87A5A}"/>
    <dgm:cxn modelId="{66662470-3BE5-406D-84B7-43F8CBEE4CE5}" type="presOf" srcId="{E4625301-044B-41CE-8A20-955E57E87A5A}" destId="{85EFB150-3833-42D3-9258-EAD31AE43108}" srcOrd="0" destOrd="0" presId="urn:microsoft.com/office/officeart/2008/layout/VerticalCurvedList"/>
    <dgm:cxn modelId="{3295E654-95A5-4BDA-B97F-49A29D4D336E}" srcId="{410BA4E0-F980-4096-9370-EF0FC9FB5EDE}" destId="{09D79A92-E0D6-4E08-AD69-CEC926335672}" srcOrd="5" destOrd="0" parTransId="{46D79658-5493-4308-B916-774B9622B691}" sibTransId="{34EAA0C2-19CD-47E4-899A-AE39042225A5}"/>
    <dgm:cxn modelId="{1AD8DC58-E9DD-4FC9-86E7-436E46AE5A10}" srcId="{410BA4E0-F980-4096-9370-EF0FC9FB5EDE}" destId="{A3F862D1-0639-4D55-9142-87CE891F9A36}" srcOrd="4" destOrd="0" parTransId="{9EFE6917-7970-4688-A517-5B65B42F2B93}" sibTransId="{21BFBE51-5BBC-44B5-85D8-61794FE0D269}"/>
    <dgm:cxn modelId="{3C95F481-054D-4983-BC01-A0F9C63C1EE2}" type="presOf" srcId="{A9E6A439-2DAE-4B83-9549-7B971ADC1C8A}" destId="{770BE115-97AB-4B22-888E-DF1C50D10EB2}" srcOrd="0" destOrd="0" presId="urn:microsoft.com/office/officeart/2008/layout/VerticalCurvedList"/>
    <dgm:cxn modelId="{8B196A9C-A767-40AE-9BBA-6085F4A2F02D}" type="presOf" srcId="{09D79A92-E0D6-4E08-AD69-CEC926335672}" destId="{AB33183D-6F44-441F-80B5-1B0E59B63FFA}" srcOrd="0" destOrd="0" presId="urn:microsoft.com/office/officeart/2008/layout/VerticalCurvedList"/>
    <dgm:cxn modelId="{A821C3A3-A054-442B-8BA7-D89E6BD26E16}" srcId="{410BA4E0-F980-4096-9370-EF0FC9FB5EDE}" destId="{59C9E8A7-945E-4660-8CEC-1D7A1B8C3F69}" srcOrd="3" destOrd="0" parTransId="{B3D049DA-6B59-4A5A-A681-2A25E4FC9288}" sibTransId="{529C9572-7B65-4380-876E-01A9EC85EB94}"/>
    <dgm:cxn modelId="{33B2E7B0-3BED-41B6-8823-23C21BF6264F}" srcId="{410BA4E0-F980-4096-9370-EF0FC9FB5EDE}" destId="{47D5A99B-C580-43A7-BED4-FF24524934D6}" srcOrd="1" destOrd="0" parTransId="{DE3574D0-B20C-4806-BD5A-8BB402A2DFD2}" sibTransId="{C8CF872D-5877-4641-90BA-E310E85E6A78}"/>
    <dgm:cxn modelId="{91054FD0-B8F3-4515-A35A-C54055FE5141}" type="presOf" srcId="{A3F862D1-0639-4D55-9142-87CE891F9A36}" destId="{0314FE14-C810-4E15-8F38-3450AC02A4FC}" srcOrd="0" destOrd="0" presId="urn:microsoft.com/office/officeart/2008/layout/VerticalCurvedList"/>
    <dgm:cxn modelId="{6C4D95EF-AE05-4E75-B886-8FFBD8CF7F8C}" type="presOf" srcId="{8F6AC69A-75BA-4CEF-9360-E47AEE7E806B}" destId="{8B138123-829F-4625-ABF1-23A377FC6B8D}" srcOrd="0" destOrd="0" presId="urn:microsoft.com/office/officeart/2008/layout/VerticalCurvedList"/>
    <dgm:cxn modelId="{348FEAF6-9436-4F1F-AF09-9580311D07D6}" type="presOf" srcId="{410BA4E0-F980-4096-9370-EF0FC9FB5EDE}" destId="{380325B0-2D4E-4C94-9494-DDC22C4DBD59}" srcOrd="0" destOrd="0" presId="urn:microsoft.com/office/officeart/2008/layout/VerticalCurvedList"/>
    <dgm:cxn modelId="{035614A7-0D1B-4829-BB7E-8B3879A45918}" type="presParOf" srcId="{380325B0-2D4E-4C94-9494-DDC22C4DBD59}" destId="{EE06B260-D765-4D12-9817-7684B1EB3FDB}" srcOrd="0" destOrd="0" presId="urn:microsoft.com/office/officeart/2008/layout/VerticalCurvedList"/>
    <dgm:cxn modelId="{3DD674D3-3340-4DD2-AC6D-876F018BCC0F}" type="presParOf" srcId="{EE06B260-D765-4D12-9817-7684B1EB3FDB}" destId="{85BCF376-F410-425D-AC70-49CE6A6D99E7}" srcOrd="0" destOrd="0" presId="urn:microsoft.com/office/officeart/2008/layout/VerticalCurvedList"/>
    <dgm:cxn modelId="{8A4B0A60-CE3C-463B-A545-A22AC732214B}" type="presParOf" srcId="{85BCF376-F410-425D-AC70-49CE6A6D99E7}" destId="{BF9AC3B1-AC17-4B0F-A495-5FBD2A01E143}" srcOrd="0" destOrd="0" presId="urn:microsoft.com/office/officeart/2008/layout/VerticalCurvedList"/>
    <dgm:cxn modelId="{28D06D3C-69ED-47F9-AFB9-2CC22C0BF3AD}" type="presParOf" srcId="{85BCF376-F410-425D-AC70-49CE6A6D99E7}" destId="{85EFB150-3833-42D3-9258-EAD31AE43108}" srcOrd="1" destOrd="0" presId="urn:microsoft.com/office/officeart/2008/layout/VerticalCurvedList"/>
    <dgm:cxn modelId="{9822686D-64B3-4ABE-888F-FEE85E0C9345}" type="presParOf" srcId="{85BCF376-F410-425D-AC70-49CE6A6D99E7}" destId="{EED11CAE-08DA-4FF8-A5A1-9A382FD13913}" srcOrd="2" destOrd="0" presId="urn:microsoft.com/office/officeart/2008/layout/VerticalCurvedList"/>
    <dgm:cxn modelId="{F41F3E18-20DC-40D6-8E06-2486E086A439}" type="presParOf" srcId="{85BCF376-F410-425D-AC70-49CE6A6D99E7}" destId="{15A7A7B0-CDBA-493E-83C8-677B27F1785E}" srcOrd="3" destOrd="0" presId="urn:microsoft.com/office/officeart/2008/layout/VerticalCurvedList"/>
    <dgm:cxn modelId="{265D567C-09AD-48DD-8FEA-8BB9E9F2AEF8}" type="presParOf" srcId="{EE06B260-D765-4D12-9817-7684B1EB3FDB}" destId="{8B138123-829F-4625-ABF1-23A377FC6B8D}" srcOrd="1" destOrd="0" presId="urn:microsoft.com/office/officeart/2008/layout/VerticalCurvedList"/>
    <dgm:cxn modelId="{AE0D44BF-5F8F-4364-9695-5496202BCE7A}" type="presParOf" srcId="{EE06B260-D765-4D12-9817-7684B1EB3FDB}" destId="{2E650130-1F47-4AA5-BBEC-8DFC53C39699}" srcOrd="2" destOrd="0" presId="urn:microsoft.com/office/officeart/2008/layout/VerticalCurvedList"/>
    <dgm:cxn modelId="{5E981C0B-CD47-4399-8E95-8C15F03E6C84}" type="presParOf" srcId="{2E650130-1F47-4AA5-BBEC-8DFC53C39699}" destId="{9B18F8E8-70F3-4879-9135-AC0DF7258B24}" srcOrd="0" destOrd="0" presId="urn:microsoft.com/office/officeart/2008/layout/VerticalCurvedList"/>
    <dgm:cxn modelId="{B7D6743F-AD80-4969-9204-B04F4E1CF68E}" type="presParOf" srcId="{EE06B260-D765-4D12-9817-7684B1EB3FDB}" destId="{66307EC5-10F0-4DE5-A523-E1EF7C74E35E}" srcOrd="3" destOrd="0" presId="urn:microsoft.com/office/officeart/2008/layout/VerticalCurvedList"/>
    <dgm:cxn modelId="{294F2C9A-514A-4361-ACF3-B32B97B7E2FB}" type="presParOf" srcId="{EE06B260-D765-4D12-9817-7684B1EB3FDB}" destId="{1FDCCB5F-C1EE-4792-9194-F6D0F9F02741}" srcOrd="4" destOrd="0" presId="urn:microsoft.com/office/officeart/2008/layout/VerticalCurvedList"/>
    <dgm:cxn modelId="{234180BB-C956-4E0B-BCC9-C385A8A78C08}" type="presParOf" srcId="{1FDCCB5F-C1EE-4792-9194-F6D0F9F02741}" destId="{C80EA193-F7AC-4702-8DEA-58A9267F22E3}" srcOrd="0" destOrd="0" presId="urn:microsoft.com/office/officeart/2008/layout/VerticalCurvedList"/>
    <dgm:cxn modelId="{A4D40A3B-2C22-4BF4-94E2-83A9506A39E2}" type="presParOf" srcId="{EE06B260-D765-4D12-9817-7684B1EB3FDB}" destId="{770BE115-97AB-4B22-888E-DF1C50D10EB2}" srcOrd="5" destOrd="0" presId="urn:microsoft.com/office/officeart/2008/layout/VerticalCurvedList"/>
    <dgm:cxn modelId="{D04ABE0A-235D-44B2-9B5D-FA9EED0A8C41}" type="presParOf" srcId="{EE06B260-D765-4D12-9817-7684B1EB3FDB}" destId="{B50A6833-1643-46DD-BFF8-1A3261B54C18}" srcOrd="6" destOrd="0" presId="urn:microsoft.com/office/officeart/2008/layout/VerticalCurvedList"/>
    <dgm:cxn modelId="{14C3DC84-6877-4639-A3B1-99BF267C7667}" type="presParOf" srcId="{B50A6833-1643-46DD-BFF8-1A3261B54C18}" destId="{EA6FB45E-4DDE-4F28-B611-1C8C3244F562}" srcOrd="0" destOrd="0" presId="urn:microsoft.com/office/officeart/2008/layout/VerticalCurvedList"/>
    <dgm:cxn modelId="{F22C9811-1F30-4F77-AE24-C753B9DCA35A}" type="presParOf" srcId="{EE06B260-D765-4D12-9817-7684B1EB3FDB}" destId="{2BA7EB2C-3DC0-4F5B-8F37-7D263E2F8778}" srcOrd="7" destOrd="0" presId="urn:microsoft.com/office/officeart/2008/layout/VerticalCurvedList"/>
    <dgm:cxn modelId="{AA60E692-9396-4A33-9EE7-D4345D58AAF0}" type="presParOf" srcId="{EE06B260-D765-4D12-9817-7684B1EB3FDB}" destId="{F8FF9C31-C625-48E8-9A96-D0207B93C503}" srcOrd="8" destOrd="0" presId="urn:microsoft.com/office/officeart/2008/layout/VerticalCurvedList"/>
    <dgm:cxn modelId="{8003C7A1-59A8-4F36-8938-B82127CE3CC0}" type="presParOf" srcId="{F8FF9C31-C625-48E8-9A96-D0207B93C503}" destId="{9599047C-9E55-4EA9-ABA2-54C05AB13E6E}" srcOrd="0" destOrd="0" presId="urn:microsoft.com/office/officeart/2008/layout/VerticalCurvedList"/>
    <dgm:cxn modelId="{F9A4FEB4-D32B-4A72-8EBF-FFD1C65E0462}" type="presParOf" srcId="{EE06B260-D765-4D12-9817-7684B1EB3FDB}" destId="{0314FE14-C810-4E15-8F38-3450AC02A4FC}" srcOrd="9" destOrd="0" presId="urn:microsoft.com/office/officeart/2008/layout/VerticalCurvedList"/>
    <dgm:cxn modelId="{C405C5C6-CFF9-48A0-80B0-8B502973F108}" type="presParOf" srcId="{EE06B260-D765-4D12-9817-7684B1EB3FDB}" destId="{8DB5B3FB-FF37-4CE2-B427-8CCD42065133}" srcOrd="10" destOrd="0" presId="urn:microsoft.com/office/officeart/2008/layout/VerticalCurvedList"/>
    <dgm:cxn modelId="{A070923E-07EF-49E6-899E-BDF077BE1833}" type="presParOf" srcId="{8DB5B3FB-FF37-4CE2-B427-8CCD42065133}" destId="{7461BB39-11C3-4214-8F0B-F0F98BE6D70F}" srcOrd="0" destOrd="0" presId="urn:microsoft.com/office/officeart/2008/layout/VerticalCurvedList"/>
    <dgm:cxn modelId="{35C85857-4D2F-4896-A068-55BF63540A85}" type="presParOf" srcId="{EE06B260-D765-4D12-9817-7684B1EB3FDB}" destId="{AB33183D-6F44-441F-80B5-1B0E59B63FFA}" srcOrd="11" destOrd="0" presId="urn:microsoft.com/office/officeart/2008/layout/VerticalCurvedList"/>
    <dgm:cxn modelId="{57C54505-6E11-40CE-B480-7741C3D68645}" type="presParOf" srcId="{EE06B260-D765-4D12-9817-7684B1EB3FDB}" destId="{BDA3CF2E-FCD2-408A-9AB2-85636E1EDDA8}" srcOrd="12" destOrd="0" presId="urn:microsoft.com/office/officeart/2008/layout/VerticalCurvedList"/>
    <dgm:cxn modelId="{8DF785F6-298A-4967-BC71-24C2A9DB6205}" type="presParOf" srcId="{BDA3CF2E-FCD2-408A-9AB2-85636E1EDDA8}" destId="{6C07C491-7439-4741-91EB-F6A247910D43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18C93915-A1B0-4A56-B37C-E9BFAC81F243}" type="doc">
      <dgm:prSet loTypeId="urn:microsoft.com/office/officeart/2005/8/layout/pyramid2" loCatId="pyramid" qsTypeId="urn:microsoft.com/office/officeart/2005/8/quickstyle/simple2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BBD85597-7D93-481E-9706-FE2ADF87FBBB}">
      <dgm:prSet/>
      <dgm:spPr/>
      <dgm:t>
        <a:bodyPr/>
        <a:lstStyle/>
        <a:p>
          <a:pPr rtl="0"/>
          <a:r>
            <a:rPr lang="en-US" b="1">
              <a:latin typeface="Times New Roman" pitchFamily="18" charset="0"/>
              <a:cs typeface="Times New Roman" pitchFamily="18" charset="0"/>
            </a:rPr>
            <a:t>Development Setup</a:t>
          </a:r>
        </a:p>
      </dgm:t>
    </dgm:pt>
    <dgm:pt modelId="{44620BC3-3CFF-4005-B1B5-5B2DCBA0B256}" type="parTrans" cxnId="{B0418B90-E9C8-47D5-94C8-54E16D54E7AB}">
      <dgm:prSet/>
      <dgm:spPr/>
      <dgm:t>
        <a:bodyPr/>
        <a:lstStyle/>
        <a:p>
          <a:endParaRPr lang="en-US"/>
        </a:p>
      </dgm:t>
    </dgm:pt>
    <dgm:pt modelId="{0B1B006B-4826-4836-901C-98EABDF92581}" type="sibTrans" cxnId="{B0418B90-E9C8-47D5-94C8-54E16D54E7AB}">
      <dgm:prSet/>
      <dgm:spPr/>
      <dgm:t>
        <a:bodyPr/>
        <a:lstStyle/>
        <a:p>
          <a:endParaRPr lang="en-US"/>
        </a:p>
      </dgm:t>
    </dgm:pt>
    <dgm:pt modelId="{6923F35F-55EA-4185-BF26-3EF1D12A286F}">
      <dgm:prSet/>
      <dgm:spPr/>
      <dgm:t>
        <a:bodyPr/>
        <a:lstStyle/>
        <a:p>
          <a:pPr rtl="0"/>
          <a:r>
            <a:rPr lang="en-US" b="1">
              <a:latin typeface="Times New Roman" pitchFamily="18" charset="0"/>
              <a:cs typeface="Times New Roman" pitchFamily="18" charset="0"/>
            </a:rPr>
            <a:t>IDE Used: Visual Studio Code (VS Code)</a:t>
          </a:r>
        </a:p>
      </dgm:t>
    </dgm:pt>
    <dgm:pt modelId="{4B938217-642A-48E6-B541-2FA8036711DF}" type="parTrans" cxnId="{1F08F5EC-C77C-4C83-B03E-1072C33226C8}">
      <dgm:prSet/>
      <dgm:spPr/>
      <dgm:t>
        <a:bodyPr/>
        <a:lstStyle/>
        <a:p>
          <a:endParaRPr lang="en-US"/>
        </a:p>
      </dgm:t>
    </dgm:pt>
    <dgm:pt modelId="{18EC1A64-CB68-489D-96EF-140F9490FED0}" type="sibTrans" cxnId="{1F08F5EC-C77C-4C83-B03E-1072C33226C8}">
      <dgm:prSet/>
      <dgm:spPr/>
      <dgm:t>
        <a:bodyPr/>
        <a:lstStyle/>
        <a:p>
          <a:endParaRPr lang="en-US"/>
        </a:p>
      </dgm:t>
    </dgm:pt>
    <dgm:pt modelId="{A2386129-ECB5-41D2-B3CD-281DDBACB3FF}">
      <dgm:prSet/>
      <dgm:spPr/>
      <dgm:t>
        <a:bodyPr/>
        <a:lstStyle/>
        <a:p>
          <a:pPr rtl="0"/>
          <a:r>
            <a:rPr lang="en-US" b="1">
              <a:latin typeface="Times New Roman" pitchFamily="18" charset="0"/>
              <a:cs typeface="Times New Roman" pitchFamily="18" charset="0"/>
            </a:rPr>
            <a:t>Programming Language: Python 3.9</a:t>
          </a:r>
        </a:p>
      </dgm:t>
    </dgm:pt>
    <dgm:pt modelId="{61A53DAB-5D3A-410E-8F14-01AE69D266C9}" type="parTrans" cxnId="{BD66823D-C3E3-4C91-B155-D072F9492D0E}">
      <dgm:prSet/>
      <dgm:spPr/>
      <dgm:t>
        <a:bodyPr/>
        <a:lstStyle/>
        <a:p>
          <a:endParaRPr lang="en-US"/>
        </a:p>
      </dgm:t>
    </dgm:pt>
    <dgm:pt modelId="{FC8786F2-153A-4388-B842-31445105BBB2}" type="sibTrans" cxnId="{BD66823D-C3E3-4C91-B155-D072F9492D0E}">
      <dgm:prSet/>
      <dgm:spPr/>
      <dgm:t>
        <a:bodyPr/>
        <a:lstStyle/>
        <a:p>
          <a:endParaRPr lang="en-US"/>
        </a:p>
      </dgm:t>
    </dgm:pt>
    <dgm:pt modelId="{B1508B36-BD2E-4FB6-9E1C-48D179C8D1EB}">
      <dgm:prSet/>
      <dgm:spPr/>
      <dgm:t>
        <a:bodyPr/>
        <a:lstStyle/>
        <a:p>
          <a:pPr rtl="0"/>
          <a:r>
            <a:rPr lang="en-US" b="1">
              <a:latin typeface="Times New Roman" pitchFamily="18" charset="0"/>
              <a:cs typeface="Times New Roman" pitchFamily="18" charset="0"/>
            </a:rPr>
            <a:t>Environment: Virtual Environment (.venv) for package isolation</a:t>
          </a:r>
        </a:p>
      </dgm:t>
    </dgm:pt>
    <dgm:pt modelId="{91F04C45-820D-4E81-85DC-D76C4A7B272E}" type="parTrans" cxnId="{8E4FBD6F-8E41-470D-B350-5953B079BE0C}">
      <dgm:prSet/>
      <dgm:spPr/>
      <dgm:t>
        <a:bodyPr/>
        <a:lstStyle/>
        <a:p>
          <a:endParaRPr lang="en-US"/>
        </a:p>
      </dgm:t>
    </dgm:pt>
    <dgm:pt modelId="{BBF9D49B-6E2F-438F-A394-060FBE53327B}" type="sibTrans" cxnId="{8E4FBD6F-8E41-470D-B350-5953B079BE0C}">
      <dgm:prSet/>
      <dgm:spPr/>
      <dgm:t>
        <a:bodyPr/>
        <a:lstStyle/>
        <a:p>
          <a:endParaRPr lang="en-US"/>
        </a:p>
      </dgm:t>
    </dgm:pt>
    <dgm:pt modelId="{46FBE04B-91E9-4FB0-B9BF-9843F6828145}">
      <dgm:prSet/>
      <dgm:spPr/>
      <dgm:t>
        <a:bodyPr/>
        <a:lstStyle/>
        <a:p>
          <a:pPr rtl="0"/>
          <a:r>
            <a:rPr lang="en-US" b="1">
              <a:latin typeface="Times New Roman" pitchFamily="18" charset="0"/>
              <a:cs typeface="Times New Roman" pitchFamily="18" charset="0"/>
            </a:rPr>
            <a:t>Frameworks &amp; Libraries:</a:t>
          </a:r>
        </a:p>
      </dgm:t>
    </dgm:pt>
    <dgm:pt modelId="{456E0FC5-9C8D-42A7-B7B7-CE2A0FE511EE}" type="parTrans" cxnId="{C55D01DC-54AF-4BB4-AFDF-C7A0B2E12C90}">
      <dgm:prSet/>
      <dgm:spPr/>
      <dgm:t>
        <a:bodyPr/>
        <a:lstStyle/>
        <a:p>
          <a:endParaRPr lang="en-US"/>
        </a:p>
      </dgm:t>
    </dgm:pt>
    <dgm:pt modelId="{0CC6A7EF-EEFF-4F5E-A0C9-6D8C908E23D4}" type="sibTrans" cxnId="{C55D01DC-54AF-4BB4-AFDF-C7A0B2E12C90}">
      <dgm:prSet/>
      <dgm:spPr/>
      <dgm:t>
        <a:bodyPr/>
        <a:lstStyle/>
        <a:p>
          <a:endParaRPr lang="en-US"/>
        </a:p>
      </dgm:t>
    </dgm:pt>
    <dgm:pt modelId="{1049387A-2E33-4BE1-AC55-22A6F38EF051}">
      <dgm:prSet/>
      <dgm:spPr/>
      <dgm:t>
        <a:bodyPr/>
        <a:lstStyle/>
        <a:p>
          <a:pPr rtl="0"/>
          <a:r>
            <a:rPr lang="en-US" b="1">
              <a:latin typeface="Times New Roman" pitchFamily="18" charset="0"/>
              <a:cs typeface="Times New Roman" pitchFamily="18" charset="0"/>
            </a:rPr>
            <a:t>OpenCV – image processing</a:t>
          </a:r>
        </a:p>
      </dgm:t>
    </dgm:pt>
    <dgm:pt modelId="{9588C8DD-D696-4435-BAD2-1886B9025D66}" type="parTrans" cxnId="{58F6EDAD-6899-403F-B125-905EC65CC944}">
      <dgm:prSet/>
      <dgm:spPr/>
      <dgm:t>
        <a:bodyPr/>
        <a:lstStyle/>
        <a:p>
          <a:endParaRPr lang="en-US"/>
        </a:p>
      </dgm:t>
    </dgm:pt>
    <dgm:pt modelId="{50BCFF98-0162-4F2F-BC14-E9AF78B5BB92}" type="sibTrans" cxnId="{58F6EDAD-6899-403F-B125-905EC65CC944}">
      <dgm:prSet/>
      <dgm:spPr/>
      <dgm:t>
        <a:bodyPr/>
        <a:lstStyle/>
        <a:p>
          <a:endParaRPr lang="en-US"/>
        </a:p>
      </dgm:t>
    </dgm:pt>
    <dgm:pt modelId="{ABDA7EA4-49EF-4428-B50F-836F17FD39BC}">
      <dgm:prSet/>
      <dgm:spPr/>
      <dgm:t>
        <a:bodyPr/>
        <a:lstStyle/>
        <a:p>
          <a:pPr rtl="0"/>
          <a:r>
            <a:rPr lang="en-US" b="1">
              <a:latin typeface="Times New Roman" pitchFamily="18" charset="0"/>
              <a:cs typeface="Times New Roman" pitchFamily="18" charset="0"/>
            </a:rPr>
            <a:t>pytesseract – OCR text extraction</a:t>
          </a:r>
        </a:p>
      </dgm:t>
    </dgm:pt>
    <dgm:pt modelId="{C319D677-3DB7-4569-BDC7-B660C629D07C}" type="parTrans" cxnId="{58B299DB-8903-433B-9BE5-97E308F3D095}">
      <dgm:prSet/>
      <dgm:spPr/>
      <dgm:t>
        <a:bodyPr/>
        <a:lstStyle/>
        <a:p>
          <a:endParaRPr lang="en-US"/>
        </a:p>
      </dgm:t>
    </dgm:pt>
    <dgm:pt modelId="{B9837902-EFD9-4B61-ABCE-08340CD1FFA3}" type="sibTrans" cxnId="{58B299DB-8903-433B-9BE5-97E308F3D095}">
      <dgm:prSet/>
      <dgm:spPr/>
      <dgm:t>
        <a:bodyPr/>
        <a:lstStyle/>
        <a:p>
          <a:endParaRPr lang="en-US"/>
        </a:p>
      </dgm:t>
    </dgm:pt>
    <dgm:pt modelId="{6A5F1085-E300-4AB0-91E2-ED6E122A03D8}">
      <dgm:prSet/>
      <dgm:spPr/>
      <dgm:t>
        <a:bodyPr/>
        <a:lstStyle/>
        <a:p>
          <a:pPr rtl="0"/>
          <a:r>
            <a:rPr lang="en-US" b="1">
              <a:latin typeface="Times New Roman" pitchFamily="18" charset="0"/>
              <a:cs typeface="Times New Roman" pitchFamily="18" charset="0"/>
            </a:rPr>
            <a:t>streamlit – web app interface</a:t>
          </a:r>
        </a:p>
      </dgm:t>
    </dgm:pt>
    <dgm:pt modelId="{4108EB57-8C65-44C5-BF4A-98F2DBCBA00B}" type="parTrans" cxnId="{8D77E06B-82F6-4DD8-8DA8-990F5222054F}">
      <dgm:prSet/>
      <dgm:spPr/>
      <dgm:t>
        <a:bodyPr/>
        <a:lstStyle/>
        <a:p>
          <a:endParaRPr lang="en-US"/>
        </a:p>
      </dgm:t>
    </dgm:pt>
    <dgm:pt modelId="{80AEC22F-8FB3-4599-B7DB-E072D592DF5F}" type="sibTrans" cxnId="{8D77E06B-82F6-4DD8-8DA8-990F5222054F}">
      <dgm:prSet/>
      <dgm:spPr/>
      <dgm:t>
        <a:bodyPr/>
        <a:lstStyle/>
        <a:p>
          <a:endParaRPr lang="en-US"/>
        </a:p>
      </dgm:t>
    </dgm:pt>
    <dgm:pt modelId="{CAD675A4-9F7E-4F96-ADD9-548411CBC287}">
      <dgm:prSet/>
      <dgm:spPr/>
      <dgm:t>
        <a:bodyPr/>
        <a:lstStyle/>
        <a:p>
          <a:pPr rtl="0"/>
          <a:r>
            <a:rPr lang="en-US" b="1">
              <a:latin typeface="Times New Roman" pitchFamily="18" charset="0"/>
              <a:cs typeface="Times New Roman" pitchFamily="18" charset="0"/>
            </a:rPr>
            <a:t>reportlab – PDF generation</a:t>
          </a:r>
        </a:p>
      </dgm:t>
    </dgm:pt>
    <dgm:pt modelId="{6F74E589-D7F5-498A-B05A-8C8DDA856D46}" type="parTrans" cxnId="{4A01E1AB-2F7F-4214-82B0-A0285909E818}">
      <dgm:prSet/>
      <dgm:spPr/>
      <dgm:t>
        <a:bodyPr/>
        <a:lstStyle/>
        <a:p>
          <a:endParaRPr lang="en-US"/>
        </a:p>
      </dgm:t>
    </dgm:pt>
    <dgm:pt modelId="{0765BAF4-AA3B-418E-9DEF-94728AA3EA35}" type="sibTrans" cxnId="{4A01E1AB-2F7F-4214-82B0-A0285909E818}">
      <dgm:prSet/>
      <dgm:spPr/>
      <dgm:t>
        <a:bodyPr/>
        <a:lstStyle/>
        <a:p>
          <a:endParaRPr lang="en-US"/>
        </a:p>
      </dgm:t>
    </dgm:pt>
    <dgm:pt modelId="{9F9A8570-7ACC-4020-A77C-CAA8AA283F89}" type="pres">
      <dgm:prSet presAssocID="{18C93915-A1B0-4A56-B37C-E9BFAC81F243}" presName="compositeShape" presStyleCnt="0">
        <dgm:presLayoutVars>
          <dgm:dir/>
          <dgm:resizeHandles/>
        </dgm:presLayoutVars>
      </dgm:prSet>
      <dgm:spPr/>
    </dgm:pt>
    <dgm:pt modelId="{C8737B11-19E7-4508-89DF-FC4A56223D33}" type="pres">
      <dgm:prSet presAssocID="{18C93915-A1B0-4A56-B37C-E9BFAC81F243}" presName="pyramid" presStyleLbl="node1" presStyleIdx="0" presStyleCnt="1"/>
      <dgm:spPr/>
    </dgm:pt>
    <dgm:pt modelId="{A0DD7BFD-5F07-45CB-9DFF-CDC640EAF3DA}" type="pres">
      <dgm:prSet presAssocID="{18C93915-A1B0-4A56-B37C-E9BFAC81F243}" presName="theList" presStyleCnt="0"/>
      <dgm:spPr/>
    </dgm:pt>
    <dgm:pt modelId="{6D1E23C3-493A-408C-ACEC-9BCBF222B22D}" type="pres">
      <dgm:prSet presAssocID="{BBD85597-7D93-481E-9706-FE2ADF87FBBB}" presName="aNode" presStyleLbl="fgAcc1" presStyleIdx="0" presStyleCnt="5">
        <dgm:presLayoutVars>
          <dgm:bulletEnabled val="1"/>
        </dgm:presLayoutVars>
      </dgm:prSet>
      <dgm:spPr/>
    </dgm:pt>
    <dgm:pt modelId="{7CBD4CA8-D587-4F80-B364-AC377098227B}" type="pres">
      <dgm:prSet presAssocID="{BBD85597-7D93-481E-9706-FE2ADF87FBBB}" presName="aSpace" presStyleCnt="0"/>
      <dgm:spPr/>
    </dgm:pt>
    <dgm:pt modelId="{8B4CC547-1556-4375-BF49-9EA068AFB511}" type="pres">
      <dgm:prSet presAssocID="{6923F35F-55EA-4185-BF26-3EF1D12A286F}" presName="aNode" presStyleLbl="fgAcc1" presStyleIdx="1" presStyleCnt="5">
        <dgm:presLayoutVars>
          <dgm:bulletEnabled val="1"/>
        </dgm:presLayoutVars>
      </dgm:prSet>
      <dgm:spPr/>
    </dgm:pt>
    <dgm:pt modelId="{3612DC92-B407-4179-85C6-78B5E6D8A5C7}" type="pres">
      <dgm:prSet presAssocID="{6923F35F-55EA-4185-BF26-3EF1D12A286F}" presName="aSpace" presStyleCnt="0"/>
      <dgm:spPr/>
    </dgm:pt>
    <dgm:pt modelId="{611DC594-04F8-4B46-82B9-180B47CC466D}" type="pres">
      <dgm:prSet presAssocID="{A2386129-ECB5-41D2-B3CD-281DDBACB3FF}" presName="aNode" presStyleLbl="fgAcc1" presStyleIdx="2" presStyleCnt="5">
        <dgm:presLayoutVars>
          <dgm:bulletEnabled val="1"/>
        </dgm:presLayoutVars>
      </dgm:prSet>
      <dgm:spPr/>
    </dgm:pt>
    <dgm:pt modelId="{2EE93C6A-A4CC-49C0-8C0A-64F30B981D36}" type="pres">
      <dgm:prSet presAssocID="{A2386129-ECB5-41D2-B3CD-281DDBACB3FF}" presName="aSpace" presStyleCnt="0"/>
      <dgm:spPr/>
    </dgm:pt>
    <dgm:pt modelId="{78157F68-4FDA-4FD7-94DE-7C02E8607486}" type="pres">
      <dgm:prSet presAssocID="{B1508B36-BD2E-4FB6-9E1C-48D179C8D1EB}" presName="aNode" presStyleLbl="fgAcc1" presStyleIdx="3" presStyleCnt="5">
        <dgm:presLayoutVars>
          <dgm:bulletEnabled val="1"/>
        </dgm:presLayoutVars>
      </dgm:prSet>
      <dgm:spPr/>
    </dgm:pt>
    <dgm:pt modelId="{063B84EF-3282-4ECB-868E-59296E5712E6}" type="pres">
      <dgm:prSet presAssocID="{B1508B36-BD2E-4FB6-9E1C-48D179C8D1EB}" presName="aSpace" presStyleCnt="0"/>
      <dgm:spPr/>
    </dgm:pt>
    <dgm:pt modelId="{667F831F-7278-4E6C-B5DB-82F9288E2EC6}" type="pres">
      <dgm:prSet presAssocID="{46FBE04B-91E9-4FB0-B9BF-9843F6828145}" presName="aNode" presStyleLbl="fgAcc1" presStyleIdx="4" presStyleCnt="5">
        <dgm:presLayoutVars>
          <dgm:bulletEnabled val="1"/>
        </dgm:presLayoutVars>
      </dgm:prSet>
      <dgm:spPr/>
    </dgm:pt>
    <dgm:pt modelId="{93954C22-5826-466C-8939-4BE7627B3371}" type="pres">
      <dgm:prSet presAssocID="{46FBE04B-91E9-4FB0-B9BF-9843F6828145}" presName="aSpace" presStyleCnt="0"/>
      <dgm:spPr/>
    </dgm:pt>
  </dgm:ptLst>
  <dgm:cxnLst>
    <dgm:cxn modelId="{F583FA10-D015-4965-90F8-225E4D39D5C7}" type="presOf" srcId="{CAD675A4-9F7E-4F96-ADD9-548411CBC287}" destId="{667F831F-7278-4E6C-B5DB-82F9288E2EC6}" srcOrd="0" destOrd="4" presId="urn:microsoft.com/office/officeart/2005/8/layout/pyramid2"/>
    <dgm:cxn modelId="{BD66823D-C3E3-4C91-B155-D072F9492D0E}" srcId="{18C93915-A1B0-4A56-B37C-E9BFAC81F243}" destId="{A2386129-ECB5-41D2-B3CD-281DDBACB3FF}" srcOrd="2" destOrd="0" parTransId="{61A53DAB-5D3A-410E-8F14-01AE69D266C9}" sibTransId="{FC8786F2-153A-4388-B842-31445105BBB2}"/>
    <dgm:cxn modelId="{D1990C40-8469-47A9-9CCA-B703B31D5890}" type="presOf" srcId="{A2386129-ECB5-41D2-B3CD-281DDBACB3FF}" destId="{611DC594-04F8-4B46-82B9-180B47CC466D}" srcOrd="0" destOrd="0" presId="urn:microsoft.com/office/officeart/2005/8/layout/pyramid2"/>
    <dgm:cxn modelId="{A95B6360-8198-4078-BCC9-01B89725B4C6}" type="presOf" srcId="{18C93915-A1B0-4A56-B37C-E9BFAC81F243}" destId="{9F9A8570-7ACC-4020-A77C-CAA8AA283F89}" srcOrd="0" destOrd="0" presId="urn:microsoft.com/office/officeart/2005/8/layout/pyramid2"/>
    <dgm:cxn modelId="{3D7F7742-7370-409E-A7C5-C7B258CCA0A8}" type="presOf" srcId="{6923F35F-55EA-4185-BF26-3EF1D12A286F}" destId="{8B4CC547-1556-4375-BF49-9EA068AFB511}" srcOrd="0" destOrd="0" presId="urn:microsoft.com/office/officeart/2005/8/layout/pyramid2"/>
    <dgm:cxn modelId="{3482264B-65CF-44BD-8A84-87B8EC144554}" type="presOf" srcId="{46FBE04B-91E9-4FB0-B9BF-9843F6828145}" destId="{667F831F-7278-4E6C-B5DB-82F9288E2EC6}" srcOrd="0" destOrd="0" presId="urn:microsoft.com/office/officeart/2005/8/layout/pyramid2"/>
    <dgm:cxn modelId="{8D77E06B-82F6-4DD8-8DA8-990F5222054F}" srcId="{46FBE04B-91E9-4FB0-B9BF-9843F6828145}" destId="{6A5F1085-E300-4AB0-91E2-ED6E122A03D8}" srcOrd="2" destOrd="0" parTransId="{4108EB57-8C65-44C5-BF4A-98F2DBCBA00B}" sibTransId="{80AEC22F-8FB3-4599-B7DB-E072D592DF5F}"/>
    <dgm:cxn modelId="{8E4FBD6F-8E41-470D-B350-5953B079BE0C}" srcId="{18C93915-A1B0-4A56-B37C-E9BFAC81F243}" destId="{B1508B36-BD2E-4FB6-9E1C-48D179C8D1EB}" srcOrd="3" destOrd="0" parTransId="{91F04C45-820D-4E81-85DC-D76C4A7B272E}" sibTransId="{BBF9D49B-6E2F-438F-A394-060FBE53327B}"/>
    <dgm:cxn modelId="{6242F056-B442-4D34-ABBC-B1C6975AAE3A}" type="presOf" srcId="{BBD85597-7D93-481E-9706-FE2ADF87FBBB}" destId="{6D1E23C3-493A-408C-ACEC-9BCBF222B22D}" srcOrd="0" destOrd="0" presId="urn:microsoft.com/office/officeart/2005/8/layout/pyramid2"/>
    <dgm:cxn modelId="{B0418B90-E9C8-47D5-94C8-54E16D54E7AB}" srcId="{18C93915-A1B0-4A56-B37C-E9BFAC81F243}" destId="{BBD85597-7D93-481E-9706-FE2ADF87FBBB}" srcOrd="0" destOrd="0" parTransId="{44620BC3-3CFF-4005-B1B5-5B2DCBA0B256}" sibTransId="{0B1B006B-4826-4836-901C-98EABDF92581}"/>
    <dgm:cxn modelId="{07BF5BA3-0938-415A-9C92-B1C173290C32}" type="presOf" srcId="{6A5F1085-E300-4AB0-91E2-ED6E122A03D8}" destId="{667F831F-7278-4E6C-B5DB-82F9288E2EC6}" srcOrd="0" destOrd="3" presId="urn:microsoft.com/office/officeart/2005/8/layout/pyramid2"/>
    <dgm:cxn modelId="{4A01E1AB-2F7F-4214-82B0-A0285909E818}" srcId="{46FBE04B-91E9-4FB0-B9BF-9843F6828145}" destId="{CAD675A4-9F7E-4F96-ADD9-548411CBC287}" srcOrd="3" destOrd="0" parTransId="{6F74E589-D7F5-498A-B05A-8C8DDA856D46}" sibTransId="{0765BAF4-AA3B-418E-9DEF-94728AA3EA35}"/>
    <dgm:cxn modelId="{58F6EDAD-6899-403F-B125-905EC65CC944}" srcId="{46FBE04B-91E9-4FB0-B9BF-9843F6828145}" destId="{1049387A-2E33-4BE1-AC55-22A6F38EF051}" srcOrd="0" destOrd="0" parTransId="{9588C8DD-D696-4435-BAD2-1886B9025D66}" sibTransId="{50BCFF98-0162-4F2F-BC14-E9AF78B5BB92}"/>
    <dgm:cxn modelId="{AECD19CF-D001-4C59-BE44-87713835A909}" type="presOf" srcId="{B1508B36-BD2E-4FB6-9E1C-48D179C8D1EB}" destId="{78157F68-4FDA-4FD7-94DE-7C02E8607486}" srcOrd="0" destOrd="0" presId="urn:microsoft.com/office/officeart/2005/8/layout/pyramid2"/>
    <dgm:cxn modelId="{58B299DB-8903-433B-9BE5-97E308F3D095}" srcId="{46FBE04B-91E9-4FB0-B9BF-9843F6828145}" destId="{ABDA7EA4-49EF-4428-B50F-836F17FD39BC}" srcOrd="1" destOrd="0" parTransId="{C319D677-3DB7-4569-BDC7-B660C629D07C}" sibTransId="{B9837902-EFD9-4B61-ABCE-08340CD1FFA3}"/>
    <dgm:cxn modelId="{C55D01DC-54AF-4BB4-AFDF-C7A0B2E12C90}" srcId="{18C93915-A1B0-4A56-B37C-E9BFAC81F243}" destId="{46FBE04B-91E9-4FB0-B9BF-9843F6828145}" srcOrd="4" destOrd="0" parTransId="{456E0FC5-9C8D-42A7-B7B7-CE2A0FE511EE}" sibTransId="{0CC6A7EF-EEFF-4F5E-A0C9-6D8C908E23D4}"/>
    <dgm:cxn modelId="{A1CFC7DF-F876-4930-8CB1-125B030FD0C8}" type="presOf" srcId="{1049387A-2E33-4BE1-AC55-22A6F38EF051}" destId="{667F831F-7278-4E6C-B5DB-82F9288E2EC6}" srcOrd="0" destOrd="1" presId="urn:microsoft.com/office/officeart/2005/8/layout/pyramid2"/>
    <dgm:cxn modelId="{1F08F5EC-C77C-4C83-B03E-1072C33226C8}" srcId="{18C93915-A1B0-4A56-B37C-E9BFAC81F243}" destId="{6923F35F-55EA-4185-BF26-3EF1D12A286F}" srcOrd="1" destOrd="0" parTransId="{4B938217-642A-48E6-B541-2FA8036711DF}" sibTransId="{18EC1A64-CB68-489D-96EF-140F9490FED0}"/>
    <dgm:cxn modelId="{256872F8-CD0E-4E8A-A418-38728E8F6C78}" type="presOf" srcId="{ABDA7EA4-49EF-4428-B50F-836F17FD39BC}" destId="{667F831F-7278-4E6C-B5DB-82F9288E2EC6}" srcOrd="0" destOrd="2" presId="urn:microsoft.com/office/officeart/2005/8/layout/pyramid2"/>
    <dgm:cxn modelId="{266546AD-F99B-40B8-AD08-7FA477BEBB49}" type="presParOf" srcId="{9F9A8570-7ACC-4020-A77C-CAA8AA283F89}" destId="{C8737B11-19E7-4508-89DF-FC4A56223D33}" srcOrd="0" destOrd="0" presId="urn:microsoft.com/office/officeart/2005/8/layout/pyramid2"/>
    <dgm:cxn modelId="{48AD8245-D225-4E54-8651-4CA5981A1B46}" type="presParOf" srcId="{9F9A8570-7ACC-4020-A77C-CAA8AA283F89}" destId="{A0DD7BFD-5F07-45CB-9DFF-CDC640EAF3DA}" srcOrd="1" destOrd="0" presId="urn:microsoft.com/office/officeart/2005/8/layout/pyramid2"/>
    <dgm:cxn modelId="{890B0B6A-2360-4A14-BE96-6A0BDACA81DC}" type="presParOf" srcId="{A0DD7BFD-5F07-45CB-9DFF-CDC640EAF3DA}" destId="{6D1E23C3-493A-408C-ACEC-9BCBF222B22D}" srcOrd="0" destOrd="0" presId="urn:microsoft.com/office/officeart/2005/8/layout/pyramid2"/>
    <dgm:cxn modelId="{86446174-29D3-4063-87AC-2F418D5DABD3}" type="presParOf" srcId="{A0DD7BFD-5F07-45CB-9DFF-CDC640EAF3DA}" destId="{7CBD4CA8-D587-4F80-B364-AC377098227B}" srcOrd="1" destOrd="0" presId="urn:microsoft.com/office/officeart/2005/8/layout/pyramid2"/>
    <dgm:cxn modelId="{B439454A-F437-4497-8F25-EC702D4F6429}" type="presParOf" srcId="{A0DD7BFD-5F07-45CB-9DFF-CDC640EAF3DA}" destId="{8B4CC547-1556-4375-BF49-9EA068AFB511}" srcOrd="2" destOrd="0" presId="urn:microsoft.com/office/officeart/2005/8/layout/pyramid2"/>
    <dgm:cxn modelId="{DF691ACF-2A7F-4776-A1F9-6C62BCBE1DC4}" type="presParOf" srcId="{A0DD7BFD-5F07-45CB-9DFF-CDC640EAF3DA}" destId="{3612DC92-B407-4179-85C6-78B5E6D8A5C7}" srcOrd="3" destOrd="0" presId="urn:microsoft.com/office/officeart/2005/8/layout/pyramid2"/>
    <dgm:cxn modelId="{4F10C69E-8B40-44AC-8770-F5C77946C6BE}" type="presParOf" srcId="{A0DD7BFD-5F07-45CB-9DFF-CDC640EAF3DA}" destId="{611DC594-04F8-4B46-82B9-180B47CC466D}" srcOrd="4" destOrd="0" presId="urn:microsoft.com/office/officeart/2005/8/layout/pyramid2"/>
    <dgm:cxn modelId="{A2AB6B5F-B7BC-4622-9A40-882208DFE4BE}" type="presParOf" srcId="{A0DD7BFD-5F07-45CB-9DFF-CDC640EAF3DA}" destId="{2EE93C6A-A4CC-49C0-8C0A-64F30B981D36}" srcOrd="5" destOrd="0" presId="urn:microsoft.com/office/officeart/2005/8/layout/pyramid2"/>
    <dgm:cxn modelId="{6A1D5285-464F-4DE9-BC2F-2AC018EEB56E}" type="presParOf" srcId="{A0DD7BFD-5F07-45CB-9DFF-CDC640EAF3DA}" destId="{78157F68-4FDA-4FD7-94DE-7C02E8607486}" srcOrd="6" destOrd="0" presId="urn:microsoft.com/office/officeart/2005/8/layout/pyramid2"/>
    <dgm:cxn modelId="{C6ED53C7-86C9-4113-BBA1-529F41B3CAC6}" type="presParOf" srcId="{A0DD7BFD-5F07-45CB-9DFF-CDC640EAF3DA}" destId="{063B84EF-3282-4ECB-868E-59296E5712E6}" srcOrd="7" destOrd="0" presId="urn:microsoft.com/office/officeart/2005/8/layout/pyramid2"/>
    <dgm:cxn modelId="{228EE3A9-4D3B-4BF3-89C1-7FF5A3F4685F}" type="presParOf" srcId="{A0DD7BFD-5F07-45CB-9DFF-CDC640EAF3DA}" destId="{667F831F-7278-4E6C-B5DB-82F9288E2EC6}" srcOrd="8" destOrd="0" presId="urn:microsoft.com/office/officeart/2005/8/layout/pyramid2"/>
    <dgm:cxn modelId="{F9DF66E6-9F7C-4918-A76F-743D3E216FB7}" type="presParOf" srcId="{A0DD7BFD-5F07-45CB-9DFF-CDC640EAF3DA}" destId="{93954C22-5826-466C-8939-4BE7627B3371}" srcOrd="9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08B24BA2-E941-4E27-A80C-82C92330A445}" type="doc">
      <dgm:prSet loTypeId="urn:microsoft.com/office/officeart/2005/8/layout/vList2" loCatId="list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6C9C2DE-474D-4ADB-A396-CE63D13D6899}">
      <dgm:prSet custT="1"/>
      <dgm:spPr>
        <a:solidFill>
          <a:schemeClr val="accent3">
            <a:lumMod val="50000"/>
          </a:schemeClr>
        </a:solidFill>
      </dgm:spPr>
      <dgm:t>
        <a:bodyPr/>
        <a:lstStyle/>
        <a:p>
          <a:pPr rtl="0"/>
          <a:r>
            <a:rPr lang="en-US" sz="2400" b="1" dirty="0"/>
            <a:t>Summary</a:t>
          </a:r>
          <a:endParaRPr lang="en-US" sz="2400" dirty="0"/>
        </a:p>
      </dgm:t>
    </dgm:pt>
    <dgm:pt modelId="{D7AD3187-7CE5-4881-9855-6E726317A0AD}" type="parTrans" cxnId="{F17B8A30-4792-405F-AC69-81A4A2DD1812}">
      <dgm:prSet/>
      <dgm:spPr/>
      <dgm:t>
        <a:bodyPr/>
        <a:lstStyle/>
        <a:p>
          <a:endParaRPr lang="en-US"/>
        </a:p>
      </dgm:t>
    </dgm:pt>
    <dgm:pt modelId="{7C36FC34-110C-42D5-95D3-4EEAEB7CFD4D}" type="sibTrans" cxnId="{F17B8A30-4792-405F-AC69-81A4A2DD1812}">
      <dgm:prSet/>
      <dgm:spPr/>
      <dgm:t>
        <a:bodyPr/>
        <a:lstStyle/>
        <a:p>
          <a:endParaRPr lang="en-US"/>
        </a:p>
      </dgm:t>
    </dgm:pt>
    <dgm:pt modelId="{68F8C291-0D0C-424C-B12F-0E303D4CB887}">
      <dgm:prSet/>
      <dgm:spPr/>
      <dgm:t>
        <a:bodyPr/>
        <a:lstStyle/>
        <a:p>
          <a:pPr rtl="0"/>
          <a:r>
            <a:rPr lang="en-US"/>
            <a:t>Successfully developed a </a:t>
          </a:r>
          <a:r>
            <a:rPr lang="en-US" b="1"/>
            <a:t>Custom Object Character Recognition (OCR)</a:t>
          </a:r>
          <a:r>
            <a:rPr lang="en-US"/>
            <a:t> system using </a:t>
          </a:r>
          <a:r>
            <a:rPr lang="en-US" b="1"/>
            <a:t>YOLOv3</a:t>
          </a:r>
          <a:r>
            <a:rPr lang="en-US"/>
            <a:t> and </a:t>
          </a:r>
          <a:r>
            <a:rPr lang="en-US" b="1"/>
            <a:t>Tesseract</a:t>
          </a:r>
          <a:r>
            <a:rPr lang="en-US"/>
            <a:t>.</a:t>
          </a:r>
        </a:p>
      </dgm:t>
    </dgm:pt>
    <dgm:pt modelId="{06635DFC-E983-4C1E-AC1B-48AD6C3BBDDB}" type="parTrans" cxnId="{3DB68CAB-D40C-4F8E-ABF5-37EEF41805D5}">
      <dgm:prSet/>
      <dgm:spPr/>
      <dgm:t>
        <a:bodyPr/>
        <a:lstStyle/>
        <a:p>
          <a:endParaRPr lang="en-US"/>
        </a:p>
      </dgm:t>
    </dgm:pt>
    <dgm:pt modelId="{C5187AB7-3E1D-49A1-BE5C-40F3BC0580E3}" type="sibTrans" cxnId="{3DB68CAB-D40C-4F8E-ABF5-37EEF41805D5}">
      <dgm:prSet/>
      <dgm:spPr/>
      <dgm:t>
        <a:bodyPr/>
        <a:lstStyle/>
        <a:p>
          <a:endParaRPr lang="en-US"/>
        </a:p>
      </dgm:t>
    </dgm:pt>
    <dgm:pt modelId="{E4CA353D-5B2C-44AF-8A2D-F9B28535E086}">
      <dgm:prSet/>
      <dgm:spPr/>
      <dgm:t>
        <a:bodyPr/>
        <a:lstStyle/>
        <a:p>
          <a:pPr rtl="0"/>
          <a:r>
            <a:rPr lang="en-US"/>
            <a:t>The model efficiently detects and reads key information from </a:t>
          </a:r>
          <a:r>
            <a:rPr lang="en-US" b="1"/>
            <a:t>lab reports</a:t>
          </a:r>
          <a:r>
            <a:rPr lang="en-US"/>
            <a:t> such as:</a:t>
          </a:r>
          <a:br>
            <a:rPr lang="en-US"/>
          </a:br>
          <a:r>
            <a:rPr lang="en-US" b="1"/>
            <a:t>Patient Name, Test Name, T3, T4, and TSH values.</a:t>
          </a:r>
          <a:endParaRPr lang="en-US"/>
        </a:p>
      </dgm:t>
    </dgm:pt>
    <dgm:pt modelId="{25CAEFA0-0034-498A-BE4D-15C3B9CFE39F}" type="parTrans" cxnId="{7E1E4DF4-13A2-4825-AF83-8880303D6D35}">
      <dgm:prSet/>
      <dgm:spPr/>
      <dgm:t>
        <a:bodyPr/>
        <a:lstStyle/>
        <a:p>
          <a:endParaRPr lang="en-US"/>
        </a:p>
      </dgm:t>
    </dgm:pt>
    <dgm:pt modelId="{09E37603-05D3-42D5-A7BF-351DC7C4C01F}" type="sibTrans" cxnId="{7E1E4DF4-13A2-4825-AF83-8880303D6D35}">
      <dgm:prSet/>
      <dgm:spPr/>
      <dgm:t>
        <a:bodyPr/>
        <a:lstStyle/>
        <a:p>
          <a:endParaRPr lang="en-US"/>
        </a:p>
      </dgm:t>
    </dgm:pt>
    <dgm:pt modelId="{AFD3512F-E415-4688-AF5E-B8982181B9C5}">
      <dgm:prSet/>
      <dgm:spPr/>
      <dgm:t>
        <a:bodyPr/>
        <a:lstStyle/>
        <a:p>
          <a:pPr rtl="0"/>
          <a:r>
            <a:rPr lang="en-US"/>
            <a:t>Fully implemented and tested locally in </a:t>
          </a:r>
          <a:r>
            <a:rPr lang="en-US" b="1"/>
            <a:t>VS Code</a:t>
          </a:r>
          <a:r>
            <a:rPr lang="en-US"/>
            <a:t> with a </a:t>
          </a:r>
          <a:r>
            <a:rPr lang="en-US" b="1"/>
            <a:t>Streamlit-based interface</a:t>
          </a:r>
          <a:r>
            <a:rPr lang="en-US"/>
            <a:t> for real-time results and PDF generation.</a:t>
          </a:r>
        </a:p>
      </dgm:t>
    </dgm:pt>
    <dgm:pt modelId="{4456BBE6-78A1-45C8-AC10-62E616F99A0E}" type="parTrans" cxnId="{F71AF2F5-EC4F-440C-AC6A-E1CDBF6465A9}">
      <dgm:prSet/>
      <dgm:spPr/>
      <dgm:t>
        <a:bodyPr/>
        <a:lstStyle/>
        <a:p>
          <a:endParaRPr lang="en-US"/>
        </a:p>
      </dgm:t>
    </dgm:pt>
    <dgm:pt modelId="{9AF4E45A-7153-44E5-84D2-F3E42AD3AF43}" type="sibTrans" cxnId="{F71AF2F5-EC4F-440C-AC6A-E1CDBF6465A9}">
      <dgm:prSet/>
      <dgm:spPr/>
      <dgm:t>
        <a:bodyPr/>
        <a:lstStyle/>
        <a:p>
          <a:endParaRPr lang="en-US"/>
        </a:p>
      </dgm:t>
    </dgm:pt>
    <dgm:pt modelId="{FC7CB5DC-06A1-49F8-9230-9264484CB02D}" type="pres">
      <dgm:prSet presAssocID="{08B24BA2-E941-4E27-A80C-82C92330A445}" presName="linear" presStyleCnt="0">
        <dgm:presLayoutVars>
          <dgm:animLvl val="lvl"/>
          <dgm:resizeHandles val="exact"/>
        </dgm:presLayoutVars>
      </dgm:prSet>
      <dgm:spPr/>
    </dgm:pt>
    <dgm:pt modelId="{CEDE7C4C-7F7D-45D8-9D5C-01B17311A07C}" type="pres">
      <dgm:prSet presAssocID="{F6C9C2DE-474D-4ADB-A396-CE63D13D689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F1FF91F-1271-48A2-BE95-A0E8F5539576}" type="pres">
      <dgm:prSet presAssocID="{7C36FC34-110C-42D5-95D3-4EEAEB7CFD4D}" presName="spacer" presStyleCnt="0"/>
      <dgm:spPr/>
    </dgm:pt>
    <dgm:pt modelId="{DB73B547-C332-4D52-8017-D207C1AF121E}" type="pres">
      <dgm:prSet presAssocID="{68F8C291-0D0C-424C-B12F-0E303D4CB88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3677EEF-137F-468E-964B-452B10CB6FDA}" type="pres">
      <dgm:prSet presAssocID="{C5187AB7-3E1D-49A1-BE5C-40F3BC0580E3}" presName="spacer" presStyleCnt="0"/>
      <dgm:spPr/>
    </dgm:pt>
    <dgm:pt modelId="{008085E5-4BA3-4483-8417-B18E3826BA5A}" type="pres">
      <dgm:prSet presAssocID="{E4CA353D-5B2C-44AF-8A2D-F9B28535E08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9DB101FE-8B98-4159-BD0B-FC7043190CF1}" type="pres">
      <dgm:prSet presAssocID="{09E37603-05D3-42D5-A7BF-351DC7C4C01F}" presName="spacer" presStyleCnt="0"/>
      <dgm:spPr/>
    </dgm:pt>
    <dgm:pt modelId="{65BE3EDD-DA2A-40A7-A05F-8480DD3C8F5E}" type="pres">
      <dgm:prSet presAssocID="{AFD3512F-E415-4688-AF5E-B8982181B9C5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F17B8A30-4792-405F-AC69-81A4A2DD1812}" srcId="{08B24BA2-E941-4E27-A80C-82C92330A445}" destId="{F6C9C2DE-474D-4ADB-A396-CE63D13D6899}" srcOrd="0" destOrd="0" parTransId="{D7AD3187-7CE5-4881-9855-6E726317A0AD}" sibTransId="{7C36FC34-110C-42D5-95D3-4EEAEB7CFD4D}"/>
    <dgm:cxn modelId="{6E53305E-D522-4D86-88C1-65DFBE0AEBEE}" type="presOf" srcId="{AFD3512F-E415-4688-AF5E-B8982181B9C5}" destId="{65BE3EDD-DA2A-40A7-A05F-8480DD3C8F5E}" srcOrd="0" destOrd="0" presId="urn:microsoft.com/office/officeart/2005/8/layout/vList2"/>
    <dgm:cxn modelId="{4D231980-2B93-48A4-9A7D-0E257FDA301B}" type="presOf" srcId="{E4CA353D-5B2C-44AF-8A2D-F9B28535E086}" destId="{008085E5-4BA3-4483-8417-B18E3826BA5A}" srcOrd="0" destOrd="0" presId="urn:microsoft.com/office/officeart/2005/8/layout/vList2"/>
    <dgm:cxn modelId="{3DB68CAB-D40C-4F8E-ABF5-37EEF41805D5}" srcId="{08B24BA2-E941-4E27-A80C-82C92330A445}" destId="{68F8C291-0D0C-424C-B12F-0E303D4CB887}" srcOrd="1" destOrd="0" parTransId="{06635DFC-E983-4C1E-AC1B-48AD6C3BBDDB}" sibTransId="{C5187AB7-3E1D-49A1-BE5C-40F3BC0580E3}"/>
    <dgm:cxn modelId="{6CCEE4BE-5CAD-4B69-A707-841E7F8FEE7E}" type="presOf" srcId="{F6C9C2DE-474D-4ADB-A396-CE63D13D6899}" destId="{CEDE7C4C-7F7D-45D8-9D5C-01B17311A07C}" srcOrd="0" destOrd="0" presId="urn:microsoft.com/office/officeart/2005/8/layout/vList2"/>
    <dgm:cxn modelId="{587BCBCF-D753-4401-9EDE-D901852593E6}" type="presOf" srcId="{68F8C291-0D0C-424C-B12F-0E303D4CB887}" destId="{DB73B547-C332-4D52-8017-D207C1AF121E}" srcOrd="0" destOrd="0" presId="urn:microsoft.com/office/officeart/2005/8/layout/vList2"/>
    <dgm:cxn modelId="{3B098EEA-F905-49EB-A374-215D600E6C83}" type="presOf" srcId="{08B24BA2-E941-4E27-A80C-82C92330A445}" destId="{FC7CB5DC-06A1-49F8-9230-9264484CB02D}" srcOrd="0" destOrd="0" presId="urn:microsoft.com/office/officeart/2005/8/layout/vList2"/>
    <dgm:cxn modelId="{7E1E4DF4-13A2-4825-AF83-8880303D6D35}" srcId="{08B24BA2-E941-4E27-A80C-82C92330A445}" destId="{E4CA353D-5B2C-44AF-8A2D-F9B28535E086}" srcOrd="2" destOrd="0" parTransId="{25CAEFA0-0034-498A-BE4D-15C3B9CFE39F}" sibTransId="{09E37603-05D3-42D5-A7BF-351DC7C4C01F}"/>
    <dgm:cxn modelId="{F71AF2F5-EC4F-440C-AC6A-E1CDBF6465A9}" srcId="{08B24BA2-E941-4E27-A80C-82C92330A445}" destId="{AFD3512F-E415-4688-AF5E-B8982181B9C5}" srcOrd="3" destOrd="0" parTransId="{4456BBE6-78A1-45C8-AC10-62E616F99A0E}" sibTransId="{9AF4E45A-7153-44E5-84D2-F3E42AD3AF43}"/>
    <dgm:cxn modelId="{B22211F3-1105-4277-A5D5-18AFE326BA1F}" type="presParOf" srcId="{FC7CB5DC-06A1-49F8-9230-9264484CB02D}" destId="{CEDE7C4C-7F7D-45D8-9D5C-01B17311A07C}" srcOrd="0" destOrd="0" presId="urn:microsoft.com/office/officeart/2005/8/layout/vList2"/>
    <dgm:cxn modelId="{D741848C-66D6-4F03-B04B-A938FB17961F}" type="presParOf" srcId="{FC7CB5DC-06A1-49F8-9230-9264484CB02D}" destId="{CF1FF91F-1271-48A2-BE95-A0E8F5539576}" srcOrd="1" destOrd="0" presId="urn:microsoft.com/office/officeart/2005/8/layout/vList2"/>
    <dgm:cxn modelId="{A7C146E8-AB8F-4B0D-BE3B-632CF4C00EB7}" type="presParOf" srcId="{FC7CB5DC-06A1-49F8-9230-9264484CB02D}" destId="{DB73B547-C332-4D52-8017-D207C1AF121E}" srcOrd="2" destOrd="0" presId="urn:microsoft.com/office/officeart/2005/8/layout/vList2"/>
    <dgm:cxn modelId="{6BDE9300-6559-48DB-AAD2-E7114F28A4E3}" type="presParOf" srcId="{FC7CB5DC-06A1-49F8-9230-9264484CB02D}" destId="{C3677EEF-137F-468E-964B-452B10CB6FDA}" srcOrd="3" destOrd="0" presId="urn:microsoft.com/office/officeart/2005/8/layout/vList2"/>
    <dgm:cxn modelId="{29E962E6-B623-43C6-AAA4-4E8EB815FA9D}" type="presParOf" srcId="{FC7CB5DC-06A1-49F8-9230-9264484CB02D}" destId="{008085E5-4BA3-4483-8417-B18E3826BA5A}" srcOrd="4" destOrd="0" presId="urn:microsoft.com/office/officeart/2005/8/layout/vList2"/>
    <dgm:cxn modelId="{A6B3C60B-D85E-4989-AC3B-E0722ECF702A}" type="presParOf" srcId="{FC7CB5DC-06A1-49F8-9230-9264484CB02D}" destId="{9DB101FE-8B98-4159-BD0B-FC7043190CF1}" srcOrd="5" destOrd="0" presId="urn:microsoft.com/office/officeart/2005/8/layout/vList2"/>
    <dgm:cxn modelId="{0DDFBCEA-A7A1-4A4C-9344-C875EC80107C}" type="presParOf" srcId="{FC7CB5DC-06A1-49F8-9230-9264484CB02D}" destId="{65BE3EDD-DA2A-40A7-A05F-8480DD3C8F5E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80BBC7BA-001F-4526-BB9E-8A8A6094CE2A}" type="doc">
      <dgm:prSet loTypeId="urn:microsoft.com/office/officeart/2005/8/layout/hList6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F4213AC-BB6E-424E-9D5E-06F90BDC60DB}">
      <dgm:prSet/>
      <dgm:spPr>
        <a:solidFill>
          <a:srgbClr val="00B050"/>
        </a:solidFill>
      </dgm:spPr>
      <dgm:t>
        <a:bodyPr/>
        <a:lstStyle/>
        <a:p>
          <a:pPr rtl="0"/>
          <a:r>
            <a:rPr lang="en-US" b="1"/>
            <a:t>Key Takeaways</a:t>
          </a:r>
          <a:endParaRPr lang="en-US"/>
        </a:p>
      </dgm:t>
    </dgm:pt>
    <dgm:pt modelId="{51A2FCA3-48B8-4555-A30C-02699A3A60C4}" type="parTrans" cxnId="{9FF56886-6CB7-4D77-AC17-C3BD9592208D}">
      <dgm:prSet/>
      <dgm:spPr/>
      <dgm:t>
        <a:bodyPr/>
        <a:lstStyle/>
        <a:p>
          <a:endParaRPr lang="en-US"/>
        </a:p>
      </dgm:t>
    </dgm:pt>
    <dgm:pt modelId="{70E102C4-817A-4076-B31E-143585958F1D}" type="sibTrans" cxnId="{9FF56886-6CB7-4D77-AC17-C3BD9592208D}">
      <dgm:prSet/>
      <dgm:spPr/>
      <dgm:t>
        <a:bodyPr/>
        <a:lstStyle/>
        <a:p>
          <a:endParaRPr lang="en-US"/>
        </a:p>
      </dgm:t>
    </dgm:pt>
    <dgm:pt modelId="{4010E7FF-D983-4C3E-B678-95AA8A572D49}">
      <dgm:prSet/>
      <dgm:spPr>
        <a:solidFill>
          <a:srgbClr val="7030A0"/>
        </a:solidFill>
      </dgm:spPr>
      <dgm:t>
        <a:bodyPr/>
        <a:lstStyle/>
        <a:p>
          <a:pPr rtl="0"/>
          <a:r>
            <a:rPr lang="en-US"/>
            <a:t>Integration of </a:t>
          </a:r>
          <a:r>
            <a:rPr lang="en-US" b="1"/>
            <a:t>YOLOv3 (for region detection)</a:t>
          </a:r>
          <a:r>
            <a:rPr lang="en-US"/>
            <a:t> and </a:t>
          </a:r>
          <a:r>
            <a:rPr lang="en-US" b="1"/>
            <a:t>Tesseract (for text extraction)</a:t>
          </a:r>
          <a:r>
            <a:rPr lang="en-US"/>
            <a:t> created a powerful hybrid OCR pipeline.</a:t>
          </a:r>
        </a:p>
      </dgm:t>
    </dgm:pt>
    <dgm:pt modelId="{3BE5575A-730D-43F0-8135-40D3A273AA46}" type="parTrans" cxnId="{B93CBFD9-B07E-49A9-BFCE-B5E54A7BDE31}">
      <dgm:prSet/>
      <dgm:spPr/>
      <dgm:t>
        <a:bodyPr/>
        <a:lstStyle/>
        <a:p>
          <a:endParaRPr lang="en-US"/>
        </a:p>
      </dgm:t>
    </dgm:pt>
    <dgm:pt modelId="{E2A85E3C-2AAF-4E9A-8EA3-49BE9306BDA0}" type="sibTrans" cxnId="{B93CBFD9-B07E-49A9-BFCE-B5E54A7BDE31}">
      <dgm:prSet/>
      <dgm:spPr/>
      <dgm:t>
        <a:bodyPr/>
        <a:lstStyle/>
        <a:p>
          <a:endParaRPr lang="en-US"/>
        </a:p>
      </dgm:t>
    </dgm:pt>
    <dgm:pt modelId="{0E74C2E1-456A-43E3-92D3-5DEC88E7655B}">
      <dgm:prSet/>
      <dgm:spPr/>
      <dgm:t>
        <a:bodyPr/>
        <a:lstStyle/>
        <a:p>
          <a:pPr rtl="0"/>
          <a:r>
            <a:rPr lang="en-US"/>
            <a:t>Automated data extraction minimizes manual effort and reduces errors in clinical documentation.</a:t>
          </a:r>
        </a:p>
      </dgm:t>
    </dgm:pt>
    <dgm:pt modelId="{BC93FDED-C872-4BA8-9B2A-091866C3357F}" type="parTrans" cxnId="{31E5BD27-7BC2-4612-AB28-7F18C3D79773}">
      <dgm:prSet/>
      <dgm:spPr/>
      <dgm:t>
        <a:bodyPr/>
        <a:lstStyle/>
        <a:p>
          <a:endParaRPr lang="en-US"/>
        </a:p>
      </dgm:t>
    </dgm:pt>
    <dgm:pt modelId="{99FB447E-F10E-49E1-97DF-654D47C69AD1}" type="sibTrans" cxnId="{31E5BD27-7BC2-4612-AB28-7F18C3D79773}">
      <dgm:prSet/>
      <dgm:spPr/>
      <dgm:t>
        <a:bodyPr/>
        <a:lstStyle/>
        <a:p>
          <a:endParaRPr lang="en-US"/>
        </a:p>
      </dgm:t>
    </dgm:pt>
    <dgm:pt modelId="{38BC063A-4884-4F19-A318-7E425E300CD8}">
      <dgm:prSet/>
      <dgm:spPr>
        <a:solidFill>
          <a:schemeClr val="accent6">
            <a:lumMod val="75000"/>
          </a:schemeClr>
        </a:solidFill>
      </dgm:spPr>
      <dgm:t>
        <a:bodyPr/>
        <a:lstStyle/>
        <a:p>
          <a:pPr rtl="0"/>
          <a:r>
            <a:rPr lang="en-US"/>
            <a:t>The system design is </a:t>
          </a:r>
          <a:r>
            <a:rPr lang="en-US" b="1"/>
            <a:t>modular</a:t>
          </a:r>
          <a:r>
            <a:rPr lang="en-US"/>
            <a:t>, </a:t>
          </a:r>
          <a:r>
            <a:rPr lang="en-US" b="1"/>
            <a:t>scalable</a:t>
          </a:r>
          <a:r>
            <a:rPr lang="en-US"/>
            <a:t>, and ready for </a:t>
          </a:r>
          <a:r>
            <a:rPr lang="en-US" b="1"/>
            <a:t>future deployment on cloud (AWS / Streamlit Cloud)</a:t>
          </a:r>
          <a:r>
            <a:rPr lang="en-US"/>
            <a:t>.</a:t>
          </a:r>
        </a:p>
      </dgm:t>
    </dgm:pt>
    <dgm:pt modelId="{6F98F3E7-FC3C-47B1-BFA7-26F6DB2EFF3C}" type="parTrans" cxnId="{6413BC89-1832-481A-AEBD-0C3D26EDEC8F}">
      <dgm:prSet/>
      <dgm:spPr/>
      <dgm:t>
        <a:bodyPr/>
        <a:lstStyle/>
        <a:p>
          <a:endParaRPr lang="en-US"/>
        </a:p>
      </dgm:t>
    </dgm:pt>
    <dgm:pt modelId="{816FAC0B-3095-44FF-B2E4-D7FB146D5BE6}" type="sibTrans" cxnId="{6413BC89-1832-481A-AEBD-0C3D26EDEC8F}">
      <dgm:prSet/>
      <dgm:spPr/>
      <dgm:t>
        <a:bodyPr/>
        <a:lstStyle/>
        <a:p>
          <a:endParaRPr lang="en-US"/>
        </a:p>
      </dgm:t>
    </dgm:pt>
    <dgm:pt modelId="{A8D31DBD-B8BE-4D4E-A4C5-8E0B3A9DC977}" type="pres">
      <dgm:prSet presAssocID="{80BBC7BA-001F-4526-BB9E-8A8A6094CE2A}" presName="Name0" presStyleCnt="0">
        <dgm:presLayoutVars>
          <dgm:dir/>
          <dgm:resizeHandles val="exact"/>
        </dgm:presLayoutVars>
      </dgm:prSet>
      <dgm:spPr/>
    </dgm:pt>
    <dgm:pt modelId="{0180F47E-F86F-410D-A1E0-BF6BC37D3ED8}" type="pres">
      <dgm:prSet presAssocID="{CF4213AC-BB6E-424E-9D5E-06F90BDC60DB}" presName="node" presStyleLbl="node1" presStyleIdx="0" presStyleCnt="4">
        <dgm:presLayoutVars>
          <dgm:bulletEnabled val="1"/>
        </dgm:presLayoutVars>
      </dgm:prSet>
      <dgm:spPr/>
    </dgm:pt>
    <dgm:pt modelId="{6AD56116-A42C-4F90-89FC-DA14BB4D3D4C}" type="pres">
      <dgm:prSet presAssocID="{70E102C4-817A-4076-B31E-143585958F1D}" presName="sibTrans" presStyleCnt="0"/>
      <dgm:spPr/>
    </dgm:pt>
    <dgm:pt modelId="{A5535EB2-64F4-4DFC-8581-5246B3C8AF7C}" type="pres">
      <dgm:prSet presAssocID="{4010E7FF-D983-4C3E-B678-95AA8A572D49}" presName="node" presStyleLbl="node1" presStyleIdx="1" presStyleCnt="4">
        <dgm:presLayoutVars>
          <dgm:bulletEnabled val="1"/>
        </dgm:presLayoutVars>
      </dgm:prSet>
      <dgm:spPr/>
    </dgm:pt>
    <dgm:pt modelId="{D0159137-E162-4194-A1D5-6BBDE53B2D6F}" type="pres">
      <dgm:prSet presAssocID="{E2A85E3C-2AAF-4E9A-8EA3-49BE9306BDA0}" presName="sibTrans" presStyleCnt="0"/>
      <dgm:spPr/>
    </dgm:pt>
    <dgm:pt modelId="{7F78C367-FD57-4885-AF3F-236230DB4CCF}" type="pres">
      <dgm:prSet presAssocID="{0E74C2E1-456A-43E3-92D3-5DEC88E7655B}" presName="node" presStyleLbl="node1" presStyleIdx="2" presStyleCnt="4">
        <dgm:presLayoutVars>
          <dgm:bulletEnabled val="1"/>
        </dgm:presLayoutVars>
      </dgm:prSet>
      <dgm:spPr/>
    </dgm:pt>
    <dgm:pt modelId="{388E1B1E-B86D-4A2A-B1D6-6EF77058F4C2}" type="pres">
      <dgm:prSet presAssocID="{99FB447E-F10E-49E1-97DF-654D47C69AD1}" presName="sibTrans" presStyleCnt="0"/>
      <dgm:spPr/>
    </dgm:pt>
    <dgm:pt modelId="{545BDC9E-2277-47B2-8178-8064184E0072}" type="pres">
      <dgm:prSet presAssocID="{38BC063A-4884-4F19-A318-7E425E300CD8}" presName="node" presStyleLbl="node1" presStyleIdx="3" presStyleCnt="4">
        <dgm:presLayoutVars>
          <dgm:bulletEnabled val="1"/>
        </dgm:presLayoutVars>
      </dgm:prSet>
      <dgm:spPr/>
    </dgm:pt>
  </dgm:ptLst>
  <dgm:cxnLst>
    <dgm:cxn modelId="{41BDFC00-51A3-4EC7-9CDC-8666C117BF72}" type="presOf" srcId="{80BBC7BA-001F-4526-BB9E-8A8A6094CE2A}" destId="{A8D31DBD-B8BE-4D4E-A4C5-8E0B3A9DC977}" srcOrd="0" destOrd="0" presId="urn:microsoft.com/office/officeart/2005/8/layout/hList6"/>
    <dgm:cxn modelId="{8751A61A-C8E8-4C44-93F6-42D644221E96}" type="presOf" srcId="{4010E7FF-D983-4C3E-B678-95AA8A572D49}" destId="{A5535EB2-64F4-4DFC-8581-5246B3C8AF7C}" srcOrd="0" destOrd="0" presId="urn:microsoft.com/office/officeart/2005/8/layout/hList6"/>
    <dgm:cxn modelId="{31E5BD27-7BC2-4612-AB28-7F18C3D79773}" srcId="{80BBC7BA-001F-4526-BB9E-8A8A6094CE2A}" destId="{0E74C2E1-456A-43E3-92D3-5DEC88E7655B}" srcOrd="2" destOrd="0" parTransId="{BC93FDED-C872-4BA8-9B2A-091866C3357F}" sibTransId="{99FB447E-F10E-49E1-97DF-654D47C69AD1}"/>
    <dgm:cxn modelId="{9FF56886-6CB7-4D77-AC17-C3BD9592208D}" srcId="{80BBC7BA-001F-4526-BB9E-8A8A6094CE2A}" destId="{CF4213AC-BB6E-424E-9D5E-06F90BDC60DB}" srcOrd="0" destOrd="0" parTransId="{51A2FCA3-48B8-4555-A30C-02699A3A60C4}" sibTransId="{70E102C4-817A-4076-B31E-143585958F1D}"/>
    <dgm:cxn modelId="{6413BC89-1832-481A-AEBD-0C3D26EDEC8F}" srcId="{80BBC7BA-001F-4526-BB9E-8A8A6094CE2A}" destId="{38BC063A-4884-4F19-A318-7E425E300CD8}" srcOrd="3" destOrd="0" parTransId="{6F98F3E7-FC3C-47B1-BFA7-26F6DB2EFF3C}" sibTransId="{816FAC0B-3095-44FF-B2E4-D7FB146D5BE6}"/>
    <dgm:cxn modelId="{30B16F94-A40E-4424-836B-D9E7CF2BAE7A}" type="presOf" srcId="{38BC063A-4884-4F19-A318-7E425E300CD8}" destId="{545BDC9E-2277-47B2-8178-8064184E0072}" srcOrd="0" destOrd="0" presId="urn:microsoft.com/office/officeart/2005/8/layout/hList6"/>
    <dgm:cxn modelId="{6A6706BB-126A-4C53-80DF-FE0BD3477277}" type="presOf" srcId="{CF4213AC-BB6E-424E-9D5E-06F90BDC60DB}" destId="{0180F47E-F86F-410D-A1E0-BF6BC37D3ED8}" srcOrd="0" destOrd="0" presId="urn:microsoft.com/office/officeart/2005/8/layout/hList6"/>
    <dgm:cxn modelId="{B93CBFD9-B07E-49A9-BFCE-B5E54A7BDE31}" srcId="{80BBC7BA-001F-4526-BB9E-8A8A6094CE2A}" destId="{4010E7FF-D983-4C3E-B678-95AA8A572D49}" srcOrd="1" destOrd="0" parTransId="{3BE5575A-730D-43F0-8135-40D3A273AA46}" sibTransId="{E2A85E3C-2AAF-4E9A-8EA3-49BE9306BDA0}"/>
    <dgm:cxn modelId="{60E667E0-0860-4ED6-940B-5A0381CFF72C}" type="presOf" srcId="{0E74C2E1-456A-43E3-92D3-5DEC88E7655B}" destId="{7F78C367-FD57-4885-AF3F-236230DB4CCF}" srcOrd="0" destOrd="0" presId="urn:microsoft.com/office/officeart/2005/8/layout/hList6"/>
    <dgm:cxn modelId="{C0314725-590B-47CB-A40F-CE8EF88F7820}" type="presParOf" srcId="{A8D31DBD-B8BE-4D4E-A4C5-8E0B3A9DC977}" destId="{0180F47E-F86F-410D-A1E0-BF6BC37D3ED8}" srcOrd="0" destOrd="0" presId="urn:microsoft.com/office/officeart/2005/8/layout/hList6"/>
    <dgm:cxn modelId="{B0FE5519-1C31-4AF0-A378-EF694B3E9C3C}" type="presParOf" srcId="{A8D31DBD-B8BE-4D4E-A4C5-8E0B3A9DC977}" destId="{6AD56116-A42C-4F90-89FC-DA14BB4D3D4C}" srcOrd="1" destOrd="0" presId="urn:microsoft.com/office/officeart/2005/8/layout/hList6"/>
    <dgm:cxn modelId="{7D5FDE72-4528-4EB6-8B9C-CF957FFB281C}" type="presParOf" srcId="{A8D31DBD-B8BE-4D4E-A4C5-8E0B3A9DC977}" destId="{A5535EB2-64F4-4DFC-8581-5246B3C8AF7C}" srcOrd="2" destOrd="0" presId="urn:microsoft.com/office/officeart/2005/8/layout/hList6"/>
    <dgm:cxn modelId="{BE11AB96-3894-4FC1-9A75-0A9CEB8DFFEA}" type="presParOf" srcId="{A8D31DBD-B8BE-4D4E-A4C5-8E0B3A9DC977}" destId="{D0159137-E162-4194-A1D5-6BBDE53B2D6F}" srcOrd="3" destOrd="0" presId="urn:microsoft.com/office/officeart/2005/8/layout/hList6"/>
    <dgm:cxn modelId="{AF3C61FC-E899-4703-B8D0-06DFDB63E1EB}" type="presParOf" srcId="{A8D31DBD-B8BE-4D4E-A4C5-8E0B3A9DC977}" destId="{7F78C367-FD57-4885-AF3F-236230DB4CCF}" srcOrd="4" destOrd="0" presId="urn:microsoft.com/office/officeart/2005/8/layout/hList6"/>
    <dgm:cxn modelId="{E9880514-7AED-4D9E-9A8F-D625F6DCFAFA}" type="presParOf" srcId="{A8D31DBD-B8BE-4D4E-A4C5-8E0B3A9DC977}" destId="{388E1B1E-B86D-4A2A-B1D6-6EF77058F4C2}" srcOrd="5" destOrd="0" presId="urn:microsoft.com/office/officeart/2005/8/layout/hList6"/>
    <dgm:cxn modelId="{0F112E60-9EF5-454D-9D5F-8C8AE479F992}" type="presParOf" srcId="{A8D31DBD-B8BE-4D4E-A4C5-8E0B3A9DC977}" destId="{545BDC9E-2277-47B2-8178-8064184E0072}" srcOrd="6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CA4DA0-7263-44CA-8673-4836DE83808B}">
      <dsp:nvSpPr>
        <dsp:cNvPr id="0" name=""/>
        <dsp:cNvSpPr/>
      </dsp:nvSpPr>
      <dsp:spPr>
        <a:xfrm>
          <a:off x="1274620" y="1017"/>
          <a:ext cx="1451406" cy="1451406"/>
        </a:xfrm>
        <a:prstGeom prst="downArrow">
          <a:avLst>
            <a:gd name="adj1" fmla="val 50000"/>
            <a:gd name="adj2" fmla="val 35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2672" tIns="42672" rIns="42672" bIns="42672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/>
            <a:t>⏳</a:t>
          </a:r>
          <a:r>
            <a:rPr lang="en-US" sz="600" b="1" kern="1200"/>
            <a:t>Manual data entry is slow and error-prone.</a:t>
          </a:r>
          <a:endParaRPr lang="en-US" sz="600" kern="1200"/>
        </a:p>
      </dsp:txBody>
      <dsp:txXfrm>
        <a:off x="1637472" y="1017"/>
        <a:ext cx="725703" cy="1197410"/>
      </dsp:txXfrm>
    </dsp:sp>
    <dsp:sp modelId="{B5D8E901-FEC8-4C31-A517-6BA5F1998FDB}">
      <dsp:nvSpPr>
        <dsp:cNvPr id="0" name=""/>
        <dsp:cNvSpPr/>
      </dsp:nvSpPr>
      <dsp:spPr>
        <a:xfrm rot="4320000">
          <a:off x="2492420" y="885800"/>
          <a:ext cx="1451406" cy="1451406"/>
        </a:xfrm>
        <a:prstGeom prst="downArrow">
          <a:avLst>
            <a:gd name="adj1" fmla="val 50000"/>
            <a:gd name="adj2" fmla="val 35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2672" tIns="42672" rIns="42672" bIns="42672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/>
            <a:t>⚠</a:t>
          </a:r>
          <a:r>
            <a:rPr lang="en-US" sz="600" b="1" kern="1200"/>
            <a:t>Lab reports have no fixed format or layout.</a:t>
          </a:r>
          <a:endParaRPr lang="en-US" sz="600" kern="1200"/>
        </a:p>
      </dsp:txBody>
      <dsp:txXfrm rot="-5400000">
        <a:off x="2740201" y="1209407"/>
        <a:ext cx="1197410" cy="725703"/>
      </dsp:txXfrm>
    </dsp:sp>
    <dsp:sp modelId="{BC74C79F-F0D2-49EF-A1CD-3E879F823B17}">
      <dsp:nvSpPr>
        <dsp:cNvPr id="0" name=""/>
        <dsp:cNvSpPr/>
      </dsp:nvSpPr>
      <dsp:spPr>
        <a:xfrm rot="8640000">
          <a:off x="2027262" y="2317411"/>
          <a:ext cx="1451406" cy="1451406"/>
        </a:xfrm>
        <a:prstGeom prst="downArrow">
          <a:avLst>
            <a:gd name="adj1" fmla="val 50000"/>
            <a:gd name="adj2" fmla="val 35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2672" tIns="42672" rIns="42672" bIns="42672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/>
            <a:t>🧾</a:t>
          </a:r>
          <a:r>
            <a:rPr lang="en-US" sz="600" b="1" kern="1200"/>
            <a:t>Generic OCR fails to capture specific fields (Patient Name, Tests, Values).</a:t>
          </a:r>
          <a:endParaRPr lang="en-US" sz="600" kern="1200"/>
        </a:p>
      </dsp:txBody>
      <dsp:txXfrm rot="10800000">
        <a:off x="2464761" y="2547153"/>
        <a:ext cx="725703" cy="1197410"/>
      </dsp:txXfrm>
    </dsp:sp>
    <dsp:sp modelId="{CACBF4D3-5AC8-4B85-89DB-CF3490460C7C}">
      <dsp:nvSpPr>
        <dsp:cNvPr id="0" name=""/>
        <dsp:cNvSpPr/>
      </dsp:nvSpPr>
      <dsp:spPr>
        <a:xfrm rot="12960000">
          <a:off x="521978" y="2317411"/>
          <a:ext cx="1451406" cy="1451406"/>
        </a:xfrm>
        <a:prstGeom prst="downArrow">
          <a:avLst>
            <a:gd name="adj1" fmla="val 50000"/>
            <a:gd name="adj2" fmla="val 35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2672" tIns="42672" rIns="42672" bIns="42672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/>
            <a:t>🔍</a:t>
          </a:r>
          <a:r>
            <a:rPr lang="en-US" sz="600" b="1" kern="1200"/>
            <a:t>Inconsistent fonts and scan quality reduce accuracy.</a:t>
          </a:r>
          <a:endParaRPr lang="en-US" sz="600" kern="1200"/>
        </a:p>
      </dsp:txBody>
      <dsp:txXfrm rot="10800000">
        <a:off x="810182" y="2547152"/>
        <a:ext cx="725703" cy="1197410"/>
      </dsp:txXfrm>
    </dsp:sp>
    <dsp:sp modelId="{8C93E9D1-033C-493C-9E45-970E66DAD4F1}">
      <dsp:nvSpPr>
        <dsp:cNvPr id="0" name=""/>
        <dsp:cNvSpPr/>
      </dsp:nvSpPr>
      <dsp:spPr>
        <a:xfrm rot="17280000">
          <a:off x="56819" y="885800"/>
          <a:ext cx="1451406" cy="1451406"/>
        </a:xfrm>
        <a:prstGeom prst="downArrow">
          <a:avLst>
            <a:gd name="adj1" fmla="val 50000"/>
            <a:gd name="adj2" fmla="val 35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2672" tIns="42672" rIns="42672" bIns="42672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/>
            <a:t>🤖</a:t>
          </a:r>
          <a:r>
            <a:rPr lang="en-US" sz="600" b="1" kern="1200"/>
            <a:t>Need for an automated, field-aware extraction system.</a:t>
          </a:r>
          <a:endParaRPr lang="en-US" sz="600" kern="1200"/>
        </a:p>
      </dsp:txBody>
      <dsp:txXfrm rot="5400000">
        <a:off x="63035" y="1209406"/>
        <a:ext cx="1197410" cy="72570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088972-6D19-4D0F-8A85-3605BAD549EB}">
      <dsp:nvSpPr>
        <dsp:cNvPr id="0" name=""/>
        <dsp:cNvSpPr/>
      </dsp:nvSpPr>
      <dsp:spPr>
        <a:xfrm>
          <a:off x="1027065" y="2209794"/>
          <a:ext cx="7010368" cy="1371610"/>
        </a:xfrm>
        <a:prstGeom prst="notched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FFDC55-C6CC-409C-B349-D653CA7FDD37}">
      <dsp:nvSpPr>
        <dsp:cNvPr id="0" name=""/>
        <dsp:cNvSpPr/>
      </dsp:nvSpPr>
      <dsp:spPr>
        <a:xfrm>
          <a:off x="344565" y="0"/>
          <a:ext cx="1449455" cy="2316480"/>
        </a:xfrm>
        <a:prstGeom prst="rect">
          <a:avLst/>
        </a:prstGeom>
        <a:solidFill>
          <a:schemeClr val="accent2"/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92456" numCol="1" spcCol="1270" anchor="b" anchorCtr="0">
          <a:noAutofit/>
        </a:bodyPr>
        <a:lstStyle/>
        <a:p>
          <a:pPr marL="0" lvl="0" indent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🧠 </a:t>
          </a:r>
          <a:r>
            <a:rPr lang="en-US" sz="1300" b="1" kern="1200" dirty="0"/>
            <a:t>Develop a Custom OCR Pipeline</a:t>
          </a:r>
          <a:br>
            <a:rPr lang="en-US" sz="1300" kern="1200" dirty="0"/>
          </a:br>
          <a:r>
            <a:rPr lang="en-US" sz="1300" kern="1200" dirty="0"/>
            <a:t>Combine </a:t>
          </a:r>
          <a:r>
            <a:rPr lang="en-US" sz="1300" b="1" kern="1200" dirty="0"/>
            <a:t>YOLOv3</a:t>
          </a:r>
          <a:r>
            <a:rPr lang="en-US" sz="1300" kern="1200" dirty="0"/>
            <a:t> for region detection and </a:t>
          </a:r>
          <a:r>
            <a:rPr lang="en-US" sz="1300" b="1" kern="1200" dirty="0" err="1"/>
            <a:t>Tesseract</a:t>
          </a:r>
          <a:r>
            <a:rPr lang="en-US" sz="1300" b="1" kern="1200" dirty="0"/>
            <a:t> OCR</a:t>
          </a:r>
          <a:r>
            <a:rPr lang="en-US" sz="1300" kern="1200" dirty="0"/>
            <a:t> for text extraction.</a:t>
          </a:r>
        </a:p>
      </dsp:txBody>
      <dsp:txXfrm>
        <a:off x="344565" y="0"/>
        <a:ext cx="1449455" cy="2316480"/>
      </dsp:txXfrm>
    </dsp:sp>
    <dsp:sp modelId="{1A9E0D67-60D2-4851-BE6C-381E9E6132E3}">
      <dsp:nvSpPr>
        <dsp:cNvPr id="0" name=""/>
        <dsp:cNvSpPr/>
      </dsp:nvSpPr>
      <dsp:spPr>
        <a:xfrm>
          <a:off x="779732" y="2606040"/>
          <a:ext cx="579120" cy="579120"/>
        </a:xfrm>
        <a:prstGeom prst="ellipse">
          <a:avLst/>
        </a:prstGeom>
        <a:solidFill>
          <a:schemeClr val="accent4">
            <a:lumMod val="5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152873-28E3-4F31-8017-699A1CAE2D3E}">
      <dsp:nvSpPr>
        <dsp:cNvPr id="0" name=""/>
        <dsp:cNvSpPr/>
      </dsp:nvSpPr>
      <dsp:spPr>
        <a:xfrm>
          <a:off x="1866493" y="3474719"/>
          <a:ext cx="1449455" cy="2316480"/>
        </a:xfrm>
        <a:prstGeom prst="rect">
          <a:avLst/>
        </a:prstGeom>
        <a:solidFill>
          <a:srgbClr val="92D050"/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92456" numCol="1" spcCol="1270" anchor="t" anchorCtr="0">
          <a:noAutofit/>
        </a:bodyPr>
        <a:lstStyle/>
        <a:p>
          <a:pPr marL="0" lvl="0" indent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📄 </a:t>
          </a:r>
          <a:r>
            <a:rPr lang="en-US" sz="1300" b="1" kern="1200" dirty="0"/>
            <a:t>Detect Key Text Regions Automatically</a:t>
          </a:r>
          <a:br>
            <a:rPr lang="en-US" sz="1300" kern="1200" dirty="0"/>
          </a:br>
          <a:r>
            <a:rPr lang="en-US" sz="1300" kern="1200" dirty="0"/>
            <a:t>Identify structured elements — </a:t>
          </a:r>
          <a:r>
            <a:rPr lang="en-US" sz="1300" i="1" kern="1200" dirty="0"/>
            <a:t>Patient Name, Test Names, and Results</a:t>
          </a:r>
          <a:r>
            <a:rPr lang="en-US" sz="1300" kern="1200" dirty="0"/>
            <a:t> — regardless of layout.</a:t>
          </a:r>
        </a:p>
      </dsp:txBody>
      <dsp:txXfrm>
        <a:off x="1866493" y="3474719"/>
        <a:ext cx="1449455" cy="2316480"/>
      </dsp:txXfrm>
    </dsp:sp>
    <dsp:sp modelId="{3868A2F5-8673-4361-91E2-B4C02B1EA2F1}">
      <dsp:nvSpPr>
        <dsp:cNvPr id="0" name=""/>
        <dsp:cNvSpPr/>
      </dsp:nvSpPr>
      <dsp:spPr>
        <a:xfrm>
          <a:off x="2301661" y="2606039"/>
          <a:ext cx="579120" cy="57912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31E5E1-7C0C-4506-B3CE-E24C748A061C}">
      <dsp:nvSpPr>
        <dsp:cNvPr id="0" name=""/>
        <dsp:cNvSpPr/>
      </dsp:nvSpPr>
      <dsp:spPr>
        <a:xfrm>
          <a:off x="3388421" y="0"/>
          <a:ext cx="1449455" cy="2316480"/>
        </a:xfrm>
        <a:prstGeom prst="rect">
          <a:avLst/>
        </a:prstGeom>
        <a:solidFill>
          <a:schemeClr val="accent5">
            <a:lumMod val="40000"/>
            <a:lumOff val="60000"/>
          </a:schemeClr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92456" numCol="1" spcCol="1270" anchor="b" anchorCtr="0">
          <a:noAutofit/>
        </a:bodyPr>
        <a:lstStyle/>
        <a:p>
          <a:pPr marL="0" lvl="0" indent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⚙️ </a:t>
          </a:r>
          <a:r>
            <a:rPr lang="en-US" sz="1300" b="1" kern="1200" dirty="0"/>
            <a:t>Convert Image Data into Editable Formats</a:t>
          </a:r>
          <a:br>
            <a:rPr lang="en-US" sz="1300" kern="1200" dirty="0"/>
          </a:br>
          <a:r>
            <a:rPr lang="en-US" sz="1300" kern="1200" dirty="0"/>
            <a:t>Generate </a:t>
          </a:r>
          <a:r>
            <a:rPr lang="en-US" sz="1300" b="1" kern="1200" dirty="0"/>
            <a:t>CSV / PDF</a:t>
          </a:r>
          <a:r>
            <a:rPr lang="en-US" sz="1300" kern="1200" dirty="0"/>
            <a:t> reports for easy digital use and analysis.</a:t>
          </a:r>
        </a:p>
      </dsp:txBody>
      <dsp:txXfrm>
        <a:off x="3388421" y="0"/>
        <a:ext cx="1449455" cy="2316480"/>
      </dsp:txXfrm>
    </dsp:sp>
    <dsp:sp modelId="{BD200EB2-A4C9-43C0-9D39-7AC21B455DB4}">
      <dsp:nvSpPr>
        <dsp:cNvPr id="0" name=""/>
        <dsp:cNvSpPr/>
      </dsp:nvSpPr>
      <dsp:spPr>
        <a:xfrm>
          <a:off x="3823589" y="2606039"/>
          <a:ext cx="579120" cy="579120"/>
        </a:xfrm>
        <a:prstGeom prst="ellipse">
          <a:avLst/>
        </a:prstGeom>
        <a:solidFill>
          <a:srgbClr val="FF00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0A8A16-6145-46CF-A189-7BFC723C46CC}">
      <dsp:nvSpPr>
        <dsp:cNvPr id="0" name=""/>
        <dsp:cNvSpPr/>
      </dsp:nvSpPr>
      <dsp:spPr>
        <a:xfrm>
          <a:off x="4910350" y="3474719"/>
          <a:ext cx="1449455" cy="2316480"/>
        </a:xfrm>
        <a:prstGeom prst="rect">
          <a:avLst/>
        </a:prstGeom>
        <a:solidFill>
          <a:schemeClr val="accent1">
            <a:lumMod val="60000"/>
            <a:lumOff val="40000"/>
          </a:schemeClr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92456" numCol="1" spcCol="1270" anchor="t" anchorCtr="0">
          <a:noAutofit/>
        </a:bodyPr>
        <a:lstStyle/>
        <a:p>
          <a:pPr marL="0" lvl="0" indent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☁️ </a:t>
          </a:r>
          <a:r>
            <a:rPr lang="en-US" sz="1300" b="1" kern="1200" dirty="0"/>
            <a:t>Deploy on Cloud Platforms</a:t>
          </a:r>
          <a:br>
            <a:rPr lang="en-US" sz="1300" kern="1200" dirty="0"/>
          </a:br>
          <a:r>
            <a:rPr lang="en-US" sz="1300" kern="1200" dirty="0"/>
            <a:t>Implement and test using </a:t>
          </a:r>
          <a:r>
            <a:rPr lang="en-US" sz="1300" b="1" kern="1200" dirty="0"/>
            <a:t>AWS </a:t>
          </a:r>
          <a:r>
            <a:rPr lang="en-US" sz="1300" b="1" kern="1200" dirty="0" err="1"/>
            <a:t>SageMaker</a:t>
          </a:r>
          <a:r>
            <a:rPr lang="en-US" sz="1300" kern="1200" dirty="0"/>
            <a:t>, </a:t>
          </a:r>
          <a:r>
            <a:rPr lang="en-US" sz="1300" b="1" kern="1200" dirty="0"/>
            <a:t>Google Drive</a:t>
          </a:r>
          <a:r>
            <a:rPr lang="en-US" sz="1300" kern="1200" dirty="0"/>
            <a:t>, or </a:t>
          </a:r>
          <a:r>
            <a:rPr lang="en-US" sz="1300" b="1" kern="1200" dirty="0" err="1"/>
            <a:t>Streamlit</a:t>
          </a:r>
          <a:r>
            <a:rPr lang="en-US" sz="1300" b="1" kern="1200" dirty="0"/>
            <a:t> Cloud</a:t>
          </a:r>
          <a:r>
            <a:rPr lang="en-US" sz="1300" kern="1200" dirty="0"/>
            <a:t> for real-time accessibility.</a:t>
          </a:r>
        </a:p>
      </dsp:txBody>
      <dsp:txXfrm>
        <a:off x="4910350" y="3474719"/>
        <a:ext cx="1449455" cy="2316480"/>
      </dsp:txXfrm>
    </dsp:sp>
    <dsp:sp modelId="{71799C45-1BDA-43C0-BD92-909B03CDF7FF}">
      <dsp:nvSpPr>
        <dsp:cNvPr id="0" name=""/>
        <dsp:cNvSpPr/>
      </dsp:nvSpPr>
      <dsp:spPr>
        <a:xfrm>
          <a:off x="5345517" y="2606039"/>
          <a:ext cx="579120" cy="579120"/>
        </a:xfrm>
        <a:prstGeom prst="ellipse">
          <a:avLst/>
        </a:prstGeom>
        <a:solidFill>
          <a:srgbClr val="FFFF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8AE9C7-4ED0-45EC-89E1-A02691FBC107}">
      <dsp:nvSpPr>
        <dsp:cNvPr id="0" name=""/>
        <dsp:cNvSpPr/>
      </dsp:nvSpPr>
      <dsp:spPr>
        <a:xfrm>
          <a:off x="6432278" y="0"/>
          <a:ext cx="1449455" cy="2316480"/>
        </a:xfrm>
        <a:prstGeom prst="rect">
          <a:avLst/>
        </a:prstGeom>
        <a:solidFill>
          <a:schemeClr val="accent1">
            <a:lumMod val="20000"/>
            <a:lumOff val="80000"/>
          </a:schemeClr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92456" numCol="1" spcCol="1270" anchor="b" anchorCtr="0">
          <a:noAutofit/>
        </a:bodyPr>
        <a:lstStyle/>
        <a:p>
          <a:pPr marL="0" lvl="0" indent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📈 </a:t>
          </a:r>
          <a:r>
            <a:rPr lang="en-US" sz="1300" b="1" kern="1200" dirty="0"/>
            <a:t>Ensure Accuracy &amp; Efficiency</a:t>
          </a:r>
          <a:br>
            <a:rPr lang="en-US" sz="1300" kern="1200" dirty="0"/>
          </a:br>
          <a:r>
            <a:rPr lang="en-US" sz="1300" kern="1200" dirty="0"/>
            <a:t>Optimize preprocessing (</a:t>
          </a:r>
          <a:r>
            <a:rPr lang="en-US" sz="1300" kern="1200" dirty="0" err="1"/>
            <a:t>grayscale</a:t>
          </a:r>
          <a:r>
            <a:rPr lang="en-US" sz="1300" kern="1200" dirty="0"/>
            <a:t>, </a:t>
          </a:r>
          <a:r>
            <a:rPr lang="en-US" sz="1300" kern="1200" dirty="0" err="1"/>
            <a:t>thresholding</a:t>
          </a:r>
          <a:r>
            <a:rPr lang="en-US" sz="1300" kern="1200" dirty="0"/>
            <a:t>, noise removal) to enhance OCR accuracy.</a:t>
          </a:r>
        </a:p>
      </dsp:txBody>
      <dsp:txXfrm>
        <a:off x="6432278" y="0"/>
        <a:ext cx="1449455" cy="2316480"/>
      </dsp:txXfrm>
    </dsp:sp>
    <dsp:sp modelId="{710C9A33-3FA3-44DB-9A52-DFBD637E094C}">
      <dsp:nvSpPr>
        <dsp:cNvPr id="0" name=""/>
        <dsp:cNvSpPr/>
      </dsp:nvSpPr>
      <dsp:spPr>
        <a:xfrm>
          <a:off x="6867446" y="2606039"/>
          <a:ext cx="579120" cy="579120"/>
        </a:xfrm>
        <a:prstGeom prst="ellipse">
          <a:avLst/>
        </a:prstGeom>
        <a:solidFill>
          <a:srgbClr val="7030A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2619BA-EDBC-44E6-BD73-93B580F2CD3F}">
      <dsp:nvSpPr>
        <dsp:cNvPr id="0" name=""/>
        <dsp:cNvSpPr/>
      </dsp:nvSpPr>
      <dsp:spPr>
        <a:xfrm>
          <a:off x="2877311" y="3398"/>
          <a:ext cx="3236976" cy="260867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0480" tIns="15240" rIns="30480" bIns="15240" numCol="1" spcCol="1270" anchor="ctr" anchorCtr="0">
          <a:noAutofit/>
        </a:bodyPr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1 </a:t>
          </a:r>
          <a:r>
            <a:rPr lang="en-US" sz="800" b="1" kern="1200" dirty="0"/>
            <a:t>Data Collection &amp; Annotation</a:t>
          </a:r>
          <a:endParaRPr lang="en-US" sz="800" kern="1200" dirty="0"/>
        </a:p>
      </dsp:txBody>
      <dsp:txXfrm>
        <a:off x="2890045" y="16132"/>
        <a:ext cx="3211508" cy="235399"/>
      </dsp:txXfrm>
    </dsp:sp>
    <dsp:sp modelId="{A99BCBA2-0B5C-4472-A341-4DB97511801E}">
      <dsp:nvSpPr>
        <dsp:cNvPr id="0" name=""/>
        <dsp:cNvSpPr/>
      </dsp:nvSpPr>
      <dsp:spPr>
        <a:xfrm>
          <a:off x="2877311" y="277309"/>
          <a:ext cx="3236976" cy="260867"/>
        </a:xfrm>
        <a:prstGeom prst="roundRect">
          <a:avLst/>
        </a:prstGeom>
        <a:gradFill rotWithShape="0">
          <a:gsLst>
            <a:gs pos="0">
              <a:schemeClr val="accent5">
                <a:hueOff val="-578674"/>
                <a:satOff val="-39"/>
                <a:lumOff val="93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-578674"/>
                <a:satOff val="-39"/>
                <a:lumOff val="93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-578674"/>
                <a:satOff val="-39"/>
                <a:lumOff val="93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0480" tIns="15240" rIns="30480" bIns="15240" numCol="1" spcCol="1270" anchor="ctr" anchorCtr="0">
          <a:noAutofit/>
        </a:bodyPr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Gather sample lab reports (scanned/PDF/images).</a:t>
          </a:r>
        </a:p>
      </dsp:txBody>
      <dsp:txXfrm>
        <a:off x="2890045" y="290043"/>
        <a:ext cx="3211508" cy="235399"/>
      </dsp:txXfrm>
    </dsp:sp>
    <dsp:sp modelId="{828763CD-90B7-4C89-8F31-193A4E665F86}">
      <dsp:nvSpPr>
        <dsp:cNvPr id="0" name=""/>
        <dsp:cNvSpPr/>
      </dsp:nvSpPr>
      <dsp:spPr>
        <a:xfrm>
          <a:off x="2877311" y="551221"/>
          <a:ext cx="3236976" cy="260867"/>
        </a:xfrm>
        <a:prstGeom prst="roundRect">
          <a:avLst/>
        </a:prstGeom>
        <a:gradFill rotWithShape="0">
          <a:gsLst>
            <a:gs pos="0">
              <a:schemeClr val="accent5">
                <a:hueOff val="-1157348"/>
                <a:satOff val="-79"/>
                <a:lumOff val="187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-1157348"/>
                <a:satOff val="-79"/>
                <a:lumOff val="187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-1157348"/>
                <a:satOff val="-79"/>
                <a:lumOff val="187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0480" tIns="15240" rIns="30480" bIns="15240" numCol="1" spcCol="1270" anchor="ctr" anchorCtr="0">
          <a:noAutofit/>
        </a:bodyPr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Label regions (Name, Age, Test Name, T3, T4, TSH) using LabelImg.</a:t>
          </a:r>
        </a:p>
      </dsp:txBody>
      <dsp:txXfrm>
        <a:off x="2890045" y="563955"/>
        <a:ext cx="3211508" cy="235399"/>
      </dsp:txXfrm>
    </dsp:sp>
    <dsp:sp modelId="{A2F1E31D-CB0E-4BB7-8CAC-C686192D1856}">
      <dsp:nvSpPr>
        <dsp:cNvPr id="0" name=""/>
        <dsp:cNvSpPr/>
      </dsp:nvSpPr>
      <dsp:spPr>
        <a:xfrm>
          <a:off x="2877311" y="825132"/>
          <a:ext cx="3236976" cy="260867"/>
        </a:xfrm>
        <a:prstGeom prst="roundRect">
          <a:avLst/>
        </a:prstGeom>
        <a:gradFill rotWithShape="0">
          <a:gsLst>
            <a:gs pos="0">
              <a:schemeClr val="accent5">
                <a:hueOff val="-1736021"/>
                <a:satOff val="-118"/>
                <a:lumOff val="28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-1736021"/>
                <a:satOff val="-118"/>
                <a:lumOff val="28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-1736021"/>
                <a:satOff val="-118"/>
                <a:lumOff val="28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0480" tIns="15240" rIns="30480" bIns="15240" numCol="1" spcCol="1270" anchor="ctr" anchorCtr="0">
          <a:noAutofit/>
        </a:bodyPr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 dirty="0"/>
        </a:p>
      </dsp:txBody>
      <dsp:txXfrm>
        <a:off x="2890045" y="837866"/>
        <a:ext cx="3211508" cy="235399"/>
      </dsp:txXfrm>
    </dsp:sp>
    <dsp:sp modelId="{B1291FFC-04C4-4FDA-85FB-C0F100160BA9}">
      <dsp:nvSpPr>
        <dsp:cNvPr id="0" name=""/>
        <dsp:cNvSpPr/>
      </dsp:nvSpPr>
      <dsp:spPr>
        <a:xfrm>
          <a:off x="2877311" y="1099043"/>
          <a:ext cx="3236976" cy="260867"/>
        </a:xfrm>
        <a:prstGeom prst="roundRect">
          <a:avLst/>
        </a:prstGeom>
        <a:gradFill rotWithShape="0">
          <a:gsLst>
            <a:gs pos="0">
              <a:schemeClr val="accent5">
                <a:hueOff val="-2314695"/>
                <a:satOff val="-157"/>
                <a:lumOff val="374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-2314695"/>
                <a:satOff val="-157"/>
                <a:lumOff val="374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-2314695"/>
                <a:satOff val="-157"/>
                <a:lumOff val="374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0480" tIns="15240" rIns="30480" bIns="15240" numCol="1" spcCol="1270" anchor="ctr" anchorCtr="0">
          <a:noAutofit/>
        </a:bodyPr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2 </a:t>
          </a:r>
          <a:r>
            <a:rPr lang="en-US" sz="800" b="1" kern="1200" dirty="0"/>
            <a:t>YOLOv3 Model Training</a:t>
          </a:r>
          <a:endParaRPr lang="en-US" sz="800" kern="1200" dirty="0"/>
        </a:p>
      </dsp:txBody>
      <dsp:txXfrm>
        <a:off x="2890045" y="1111777"/>
        <a:ext cx="3211508" cy="235399"/>
      </dsp:txXfrm>
    </dsp:sp>
    <dsp:sp modelId="{681537E0-AD06-4BBE-9A7B-93A1286A648F}">
      <dsp:nvSpPr>
        <dsp:cNvPr id="0" name=""/>
        <dsp:cNvSpPr/>
      </dsp:nvSpPr>
      <dsp:spPr>
        <a:xfrm>
          <a:off x="2877311" y="1372954"/>
          <a:ext cx="3236976" cy="260867"/>
        </a:xfrm>
        <a:prstGeom prst="roundRect">
          <a:avLst/>
        </a:prstGeom>
        <a:gradFill rotWithShape="0">
          <a:gsLst>
            <a:gs pos="0">
              <a:schemeClr val="accent5">
                <a:hueOff val="-2893369"/>
                <a:satOff val="-197"/>
                <a:lumOff val="467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-2893369"/>
                <a:satOff val="-197"/>
                <a:lumOff val="467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-2893369"/>
                <a:satOff val="-197"/>
                <a:lumOff val="467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0480" tIns="15240" rIns="30480" bIns="15240" numCol="1" spcCol="1270" anchor="ctr" anchorCtr="0">
          <a:noAutofit/>
        </a:bodyPr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Train on labeled data for object detection.</a:t>
          </a:r>
        </a:p>
      </dsp:txBody>
      <dsp:txXfrm>
        <a:off x="2890045" y="1385688"/>
        <a:ext cx="3211508" cy="235399"/>
      </dsp:txXfrm>
    </dsp:sp>
    <dsp:sp modelId="{1DF9756D-88B8-45A4-BE22-9754409B3EF5}">
      <dsp:nvSpPr>
        <dsp:cNvPr id="0" name=""/>
        <dsp:cNvSpPr/>
      </dsp:nvSpPr>
      <dsp:spPr>
        <a:xfrm>
          <a:off x="2877311" y="1646865"/>
          <a:ext cx="3236976" cy="260867"/>
        </a:xfrm>
        <a:prstGeom prst="roundRect">
          <a:avLst/>
        </a:prstGeom>
        <a:gradFill rotWithShape="0">
          <a:gsLst>
            <a:gs pos="0">
              <a:schemeClr val="accent5">
                <a:hueOff val="-3472043"/>
                <a:satOff val="-236"/>
                <a:lumOff val="56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-3472043"/>
                <a:satOff val="-236"/>
                <a:lumOff val="56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-3472043"/>
                <a:satOff val="-236"/>
                <a:lumOff val="56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0480" tIns="15240" rIns="30480" bIns="15240" numCol="1" spcCol="1270" anchor="ctr" anchorCtr="0">
          <a:noAutofit/>
        </a:bodyPr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Output: bounding boxes around text regions.</a:t>
          </a:r>
        </a:p>
      </dsp:txBody>
      <dsp:txXfrm>
        <a:off x="2890045" y="1659599"/>
        <a:ext cx="3211508" cy="235399"/>
      </dsp:txXfrm>
    </dsp:sp>
    <dsp:sp modelId="{9D925A18-ADFB-41C7-A490-9EFF6610B6AA}">
      <dsp:nvSpPr>
        <dsp:cNvPr id="0" name=""/>
        <dsp:cNvSpPr/>
      </dsp:nvSpPr>
      <dsp:spPr>
        <a:xfrm>
          <a:off x="2877311" y="1920776"/>
          <a:ext cx="3236976" cy="260867"/>
        </a:xfrm>
        <a:prstGeom prst="roundRect">
          <a:avLst/>
        </a:prstGeom>
        <a:gradFill rotWithShape="0">
          <a:gsLst>
            <a:gs pos="0">
              <a:schemeClr val="accent5">
                <a:hueOff val="-4050717"/>
                <a:satOff val="-275"/>
                <a:lumOff val="654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-4050717"/>
                <a:satOff val="-275"/>
                <a:lumOff val="654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-4050717"/>
                <a:satOff val="-275"/>
                <a:lumOff val="654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0480" tIns="15240" rIns="30480" bIns="15240" numCol="1" spcCol="1270" anchor="ctr" anchorCtr="0">
          <a:noAutofit/>
        </a:bodyPr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 dirty="0"/>
        </a:p>
      </dsp:txBody>
      <dsp:txXfrm>
        <a:off x="2890045" y="1933510"/>
        <a:ext cx="3211508" cy="235399"/>
      </dsp:txXfrm>
    </dsp:sp>
    <dsp:sp modelId="{EBE54569-0B3A-4077-92AB-EC775AE25FFD}">
      <dsp:nvSpPr>
        <dsp:cNvPr id="0" name=""/>
        <dsp:cNvSpPr/>
      </dsp:nvSpPr>
      <dsp:spPr>
        <a:xfrm>
          <a:off x="2877311" y="2194688"/>
          <a:ext cx="3236976" cy="260867"/>
        </a:xfrm>
        <a:prstGeom prst="roundRect">
          <a:avLst/>
        </a:prstGeom>
        <a:gradFill rotWithShape="0">
          <a:gsLst>
            <a:gs pos="0">
              <a:schemeClr val="accent5">
                <a:hueOff val="-4629391"/>
                <a:satOff val="-315"/>
                <a:lumOff val="747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-4629391"/>
                <a:satOff val="-315"/>
                <a:lumOff val="747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-4629391"/>
                <a:satOff val="-315"/>
                <a:lumOff val="747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0480" tIns="15240" rIns="30480" bIns="15240" numCol="1" spcCol="1270" anchor="ctr" anchorCtr="0">
          <a:noAutofit/>
        </a:bodyPr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3 </a:t>
          </a:r>
          <a:r>
            <a:rPr lang="en-US" sz="800" b="1" kern="1200" dirty="0"/>
            <a:t>Region Extraction</a:t>
          </a:r>
          <a:endParaRPr lang="en-US" sz="800" kern="1200" dirty="0"/>
        </a:p>
      </dsp:txBody>
      <dsp:txXfrm>
        <a:off x="2890045" y="2207422"/>
        <a:ext cx="3211508" cy="235399"/>
      </dsp:txXfrm>
    </dsp:sp>
    <dsp:sp modelId="{6BC24CEF-EC21-44E5-AB05-C716E0CC8660}">
      <dsp:nvSpPr>
        <dsp:cNvPr id="0" name=""/>
        <dsp:cNvSpPr/>
      </dsp:nvSpPr>
      <dsp:spPr>
        <a:xfrm>
          <a:off x="2877311" y="2468599"/>
          <a:ext cx="3236976" cy="260867"/>
        </a:xfrm>
        <a:prstGeom prst="roundRect">
          <a:avLst/>
        </a:prstGeom>
        <a:gradFill rotWithShape="0">
          <a:gsLst>
            <a:gs pos="0">
              <a:schemeClr val="accent5">
                <a:hueOff val="-5208064"/>
                <a:satOff val="-354"/>
                <a:lumOff val="84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-5208064"/>
                <a:satOff val="-354"/>
                <a:lumOff val="84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-5208064"/>
                <a:satOff val="-354"/>
                <a:lumOff val="84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0480" tIns="15240" rIns="30480" bIns="15240" numCol="1" spcCol="1270" anchor="ctr" anchorCtr="0">
          <a:noAutofit/>
        </a:bodyPr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Crop detected areas using YOLO bounding box coordinates.</a:t>
          </a:r>
        </a:p>
      </dsp:txBody>
      <dsp:txXfrm>
        <a:off x="2890045" y="2481333"/>
        <a:ext cx="3211508" cy="235399"/>
      </dsp:txXfrm>
    </dsp:sp>
    <dsp:sp modelId="{6BA9E89C-9803-4AC0-A366-BAD6BDDA8E47}">
      <dsp:nvSpPr>
        <dsp:cNvPr id="0" name=""/>
        <dsp:cNvSpPr/>
      </dsp:nvSpPr>
      <dsp:spPr>
        <a:xfrm>
          <a:off x="2877311" y="2742510"/>
          <a:ext cx="3236976" cy="260867"/>
        </a:xfrm>
        <a:prstGeom prst="roundRect">
          <a:avLst/>
        </a:prstGeom>
        <a:gradFill rotWithShape="0">
          <a:gsLst>
            <a:gs pos="0">
              <a:schemeClr val="accent5">
                <a:hueOff val="-5786738"/>
                <a:satOff val="-393"/>
                <a:lumOff val="934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-5786738"/>
                <a:satOff val="-393"/>
                <a:lumOff val="934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-5786738"/>
                <a:satOff val="-393"/>
                <a:lumOff val="934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0480" tIns="15240" rIns="30480" bIns="15240" numCol="1" spcCol="1270" anchor="ctr" anchorCtr="0">
          <a:noAutofit/>
        </a:bodyPr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 dirty="0"/>
        </a:p>
      </dsp:txBody>
      <dsp:txXfrm>
        <a:off x="2890045" y="2755244"/>
        <a:ext cx="3211508" cy="235399"/>
      </dsp:txXfrm>
    </dsp:sp>
    <dsp:sp modelId="{160AF678-884E-4320-9136-87E095E391E9}">
      <dsp:nvSpPr>
        <dsp:cNvPr id="0" name=""/>
        <dsp:cNvSpPr/>
      </dsp:nvSpPr>
      <dsp:spPr>
        <a:xfrm>
          <a:off x="2877311" y="3016421"/>
          <a:ext cx="3236976" cy="260867"/>
        </a:xfrm>
        <a:prstGeom prst="roundRect">
          <a:avLst/>
        </a:prstGeom>
        <a:gradFill rotWithShape="0">
          <a:gsLst>
            <a:gs pos="0">
              <a:schemeClr val="accent5">
                <a:hueOff val="-6365412"/>
                <a:satOff val="-433"/>
                <a:lumOff val="1027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-6365412"/>
                <a:satOff val="-433"/>
                <a:lumOff val="1027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-6365412"/>
                <a:satOff val="-433"/>
                <a:lumOff val="1027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0480" tIns="15240" rIns="30480" bIns="15240" numCol="1" spcCol="1270" anchor="ctr" anchorCtr="0">
          <a:noAutofit/>
        </a:bodyPr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4 </a:t>
          </a:r>
          <a:r>
            <a:rPr lang="en-US" sz="800" b="1" kern="1200" dirty="0"/>
            <a:t>Text Recognition (</a:t>
          </a:r>
          <a:r>
            <a:rPr lang="en-US" sz="800" b="1" kern="1200" dirty="0" err="1"/>
            <a:t>Tesseract</a:t>
          </a:r>
          <a:r>
            <a:rPr lang="en-US" sz="800" b="1" kern="1200" dirty="0"/>
            <a:t> OCR)</a:t>
          </a:r>
          <a:endParaRPr lang="en-US" sz="800" kern="1200" dirty="0"/>
        </a:p>
      </dsp:txBody>
      <dsp:txXfrm>
        <a:off x="2890045" y="3029155"/>
        <a:ext cx="3211508" cy="235399"/>
      </dsp:txXfrm>
    </dsp:sp>
    <dsp:sp modelId="{4B0E9B2A-0E4C-49C8-854F-686EC4EE67CD}">
      <dsp:nvSpPr>
        <dsp:cNvPr id="0" name=""/>
        <dsp:cNvSpPr/>
      </dsp:nvSpPr>
      <dsp:spPr>
        <a:xfrm>
          <a:off x="2877311" y="3290332"/>
          <a:ext cx="3236976" cy="260867"/>
        </a:xfrm>
        <a:prstGeom prst="roundRect">
          <a:avLst/>
        </a:prstGeom>
        <a:gradFill rotWithShape="0">
          <a:gsLst>
            <a:gs pos="0">
              <a:schemeClr val="accent5">
                <a:hueOff val="-6944086"/>
                <a:satOff val="-472"/>
                <a:lumOff val="1121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-6944086"/>
                <a:satOff val="-472"/>
                <a:lumOff val="1121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-6944086"/>
                <a:satOff val="-472"/>
                <a:lumOff val="1121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0480" tIns="15240" rIns="30480" bIns="15240" numCol="1" spcCol="1270" anchor="ctr" anchorCtr="0">
          <a:noAutofit/>
        </a:bodyPr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Extract text from cropped regions.</a:t>
          </a:r>
        </a:p>
      </dsp:txBody>
      <dsp:txXfrm>
        <a:off x="2890045" y="3303066"/>
        <a:ext cx="3211508" cy="235399"/>
      </dsp:txXfrm>
    </dsp:sp>
    <dsp:sp modelId="{FEB8C2BC-5890-423B-9789-D9A7DFE127C8}">
      <dsp:nvSpPr>
        <dsp:cNvPr id="0" name=""/>
        <dsp:cNvSpPr/>
      </dsp:nvSpPr>
      <dsp:spPr>
        <a:xfrm>
          <a:off x="2877311" y="3564244"/>
          <a:ext cx="3236976" cy="260867"/>
        </a:xfrm>
        <a:prstGeom prst="roundRect">
          <a:avLst/>
        </a:prstGeom>
        <a:gradFill rotWithShape="0">
          <a:gsLst>
            <a:gs pos="0">
              <a:schemeClr val="accent5">
                <a:hueOff val="-7522760"/>
                <a:satOff val="-511"/>
                <a:lumOff val="1214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-7522760"/>
                <a:satOff val="-511"/>
                <a:lumOff val="1214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-7522760"/>
                <a:satOff val="-511"/>
                <a:lumOff val="1214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0480" tIns="15240" rIns="30480" bIns="15240" numCol="1" spcCol="1270" anchor="ctr" anchorCtr="0">
          <a:noAutofit/>
        </a:bodyPr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Apply preprocessing: grayscale, thresholding, denoising.</a:t>
          </a:r>
        </a:p>
      </dsp:txBody>
      <dsp:txXfrm>
        <a:off x="2890045" y="3576978"/>
        <a:ext cx="3211508" cy="235399"/>
      </dsp:txXfrm>
    </dsp:sp>
    <dsp:sp modelId="{EEC48854-E481-40F2-B3B4-2A378F9DB460}">
      <dsp:nvSpPr>
        <dsp:cNvPr id="0" name=""/>
        <dsp:cNvSpPr/>
      </dsp:nvSpPr>
      <dsp:spPr>
        <a:xfrm>
          <a:off x="2877311" y="3838155"/>
          <a:ext cx="3236976" cy="260867"/>
        </a:xfrm>
        <a:prstGeom prst="roundRect">
          <a:avLst/>
        </a:prstGeom>
        <a:gradFill rotWithShape="0">
          <a:gsLst>
            <a:gs pos="0">
              <a:schemeClr val="accent5">
                <a:hueOff val="-8101434"/>
                <a:satOff val="-551"/>
                <a:lumOff val="1307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-8101434"/>
                <a:satOff val="-551"/>
                <a:lumOff val="1307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-8101434"/>
                <a:satOff val="-551"/>
                <a:lumOff val="1307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0480" tIns="15240" rIns="30480" bIns="15240" numCol="1" spcCol="1270" anchor="ctr" anchorCtr="0">
          <a:noAutofit/>
        </a:bodyPr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 dirty="0"/>
        </a:p>
      </dsp:txBody>
      <dsp:txXfrm>
        <a:off x="2890045" y="3850889"/>
        <a:ext cx="3211508" cy="235399"/>
      </dsp:txXfrm>
    </dsp:sp>
    <dsp:sp modelId="{6755DEAB-3D20-420D-BB83-37324E411F0E}">
      <dsp:nvSpPr>
        <dsp:cNvPr id="0" name=""/>
        <dsp:cNvSpPr/>
      </dsp:nvSpPr>
      <dsp:spPr>
        <a:xfrm>
          <a:off x="2877311" y="4112066"/>
          <a:ext cx="3236976" cy="260867"/>
        </a:xfrm>
        <a:prstGeom prst="roundRect">
          <a:avLst/>
        </a:prstGeom>
        <a:gradFill rotWithShape="0">
          <a:gsLst>
            <a:gs pos="0">
              <a:schemeClr val="accent5">
                <a:hueOff val="-8680107"/>
                <a:satOff val="-590"/>
                <a:lumOff val="1401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-8680107"/>
                <a:satOff val="-590"/>
                <a:lumOff val="1401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-8680107"/>
                <a:satOff val="-590"/>
                <a:lumOff val="1401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0480" tIns="15240" rIns="30480" bIns="15240" numCol="1" spcCol="1270" anchor="ctr" anchorCtr="0">
          <a:noAutofit/>
        </a:bodyPr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5 </a:t>
          </a:r>
          <a:r>
            <a:rPr lang="en-US" sz="800" b="1" kern="1200" dirty="0"/>
            <a:t>Post-Processing &amp; Data Structuring</a:t>
          </a:r>
          <a:endParaRPr lang="en-US" sz="800" kern="1200" dirty="0"/>
        </a:p>
      </dsp:txBody>
      <dsp:txXfrm>
        <a:off x="2890045" y="4124800"/>
        <a:ext cx="3211508" cy="235399"/>
      </dsp:txXfrm>
    </dsp:sp>
    <dsp:sp modelId="{FBC4387A-CCAD-4E5A-9559-1A6D9FB0F2AB}">
      <dsp:nvSpPr>
        <dsp:cNvPr id="0" name=""/>
        <dsp:cNvSpPr/>
      </dsp:nvSpPr>
      <dsp:spPr>
        <a:xfrm>
          <a:off x="2877311" y="4385977"/>
          <a:ext cx="3236976" cy="260867"/>
        </a:xfrm>
        <a:prstGeom prst="roundRect">
          <a:avLst/>
        </a:prstGeom>
        <a:gradFill rotWithShape="0">
          <a:gsLst>
            <a:gs pos="0">
              <a:schemeClr val="accent5">
                <a:hueOff val="-9258781"/>
                <a:satOff val="-629"/>
                <a:lumOff val="1494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-9258781"/>
                <a:satOff val="-629"/>
                <a:lumOff val="1494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-9258781"/>
                <a:satOff val="-629"/>
                <a:lumOff val="1494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0480" tIns="15240" rIns="30480" bIns="15240" numCol="1" spcCol="1270" anchor="ctr" anchorCtr="0">
          <a:noAutofit/>
        </a:bodyPr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Clean text, map to fields (Patient Name, Test Name, etc.).</a:t>
          </a:r>
        </a:p>
      </dsp:txBody>
      <dsp:txXfrm>
        <a:off x="2890045" y="4398711"/>
        <a:ext cx="3211508" cy="235399"/>
      </dsp:txXfrm>
    </dsp:sp>
    <dsp:sp modelId="{133DEBE8-00C9-400A-A2ED-FC87D67DD302}">
      <dsp:nvSpPr>
        <dsp:cNvPr id="0" name=""/>
        <dsp:cNvSpPr/>
      </dsp:nvSpPr>
      <dsp:spPr>
        <a:xfrm>
          <a:off x="2877311" y="4659888"/>
          <a:ext cx="3236976" cy="260867"/>
        </a:xfrm>
        <a:prstGeom prst="roundRect">
          <a:avLst/>
        </a:prstGeom>
        <a:gradFill rotWithShape="0">
          <a:gsLst>
            <a:gs pos="0">
              <a:schemeClr val="accent5">
                <a:hueOff val="-9837455"/>
                <a:satOff val="-669"/>
                <a:lumOff val="1587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-9837455"/>
                <a:satOff val="-669"/>
                <a:lumOff val="1587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-9837455"/>
                <a:satOff val="-669"/>
                <a:lumOff val="1587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0480" tIns="15240" rIns="30480" bIns="15240" numCol="1" spcCol="1270" anchor="ctr" anchorCtr="0">
          <a:noAutofit/>
        </a:bodyPr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Store structured info in JSON/CSV.</a:t>
          </a:r>
        </a:p>
      </dsp:txBody>
      <dsp:txXfrm>
        <a:off x="2890045" y="4672622"/>
        <a:ext cx="3211508" cy="235399"/>
      </dsp:txXfrm>
    </dsp:sp>
    <dsp:sp modelId="{68767EA4-52B5-4475-B31C-971121CD2304}">
      <dsp:nvSpPr>
        <dsp:cNvPr id="0" name=""/>
        <dsp:cNvSpPr/>
      </dsp:nvSpPr>
      <dsp:spPr>
        <a:xfrm>
          <a:off x="2877311" y="4933800"/>
          <a:ext cx="3236976" cy="260867"/>
        </a:xfrm>
        <a:prstGeom prst="roundRect">
          <a:avLst/>
        </a:prstGeom>
        <a:gradFill rotWithShape="0">
          <a:gsLst>
            <a:gs pos="0">
              <a:schemeClr val="accent5">
                <a:hueOff val="-10416129"/>
                <a:satOff val="-708"/>
                <a:lumOff val="1681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-10416129"/>
                <a:satOff val="-708"/>
                <a:lumOff val="1681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-10416129"/>
                <a:satOff val="-708"/>
                <a:lumOff val="1681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0480" tIns="15240" rIns="30480" bIns="15240" numCol="1" spcCol="1270" anchor="ctr" anchorCtr="0">
          <a:noAutofit/>
        </a:bodyPr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 dirty="0"/>
        </a:p>
      </dsp:txBody>
      <dsp:txXfrm>
        <a:off x="2890045" y="4946534"/>
        <a:ext cx="3211508" cy="235399"/>
      </dsp:txXfrm>
    </dsp:sp>
    <dsp:sp modelId="{78EB309E-8418-4662-8305-D4C6878C5AF9}">
      <dsp:nvSpPr>
        <dsp:cNvPr id="0" name=""/>
        <dsp:cNvSpPr/>
      </dsp:nvSpPr>
      <dsp:spPr>
        <a:xfrm>
          <a:off x="2877311" y="5207711"/>
          <a:ext cx="3236976" cy="260867"/>
        </a:xfrm>
        <a:prstGeom prst="roundRect">
          <a:avLst/>
        </a:prstGeom>
        <a:gradFill rotWithShape="0">
          <a:gsLst>
            <a:gs pos="0">
              <a:schemeClr val="accent5">
                <a:hueOff val="-10994802"/>
                <a:satOff val="-747"/>
                <a:lumOff val="1774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-10994802"/>
                <a:satOff val="-747"/>
                <a:lumOff val="1774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-10994802"/>
                <a:satOff val="-747"/>
                <a:lumOff val="1774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0480" tIns="15240" rIns="30480" bIns="15240" numCol="1" spcCol="1270" anchor="ctr" anchorCtr="0">
          <a:noAutofit/>
        </a:bodyPr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6 </a:t>
          </a:r>
          <a:r>
            <a:rPr lang="en-US" sz="800" b="1" kern="1200" dirty="0"/>
            <a:t>Report Generation &amp; Deployment</a:t>
          </a:r>
          <a:endParaRPr lang="en-US" sz="800" kern="1200" dirty="0"/>
        </a:p>
      </dsp:txBody>
      <dsp:txXfrm>
        <a:off x="2890045" y="5220445"/>
        <a:ext cx="3211508" cy="235399"/>
      </dsp:txXfrm>
    </dsp:sp>
    <dsp:sp modelId="{40D3546D-A8B6-4B0D-A936-2A4E5F93761F}">
      <dsp:nvSpPr>
        <dsp:cNvPr id="0" name=""/>
        <dsp:cNvSpPr/>
      </dsp:nvSpPr>
      <dsp:spPr>
        <a:xfrm>
          <a:off x="2877311" y="5481622"/>
          <a:ext cx="3236976" cy="260867"/>
        </a:xfrm>
        <a:prstGeom prst="roundRect">
          <a:avLst/>
        </a:prstGeom>
        <a:gradFill rotWithShape="0">
          <a:gsLst>
            <a:gs pos="0">
              <a:schemeClr val="accent5">
                <a:hueOff val="-11573476"/>
                <a:satOff val="-787"/>
                <a:lumOff val="1868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-11573476"/>
                <a:satOff val="-787"/>
                <a:lumOff val="1868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-11573476"/>
                <a:satOff val="-787"/>
                <a:lumOff val="1868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0480" tIns="15240" rIns="30480" bIns="15240" numCol="1" spcCol="1270" anchor="ctr" anchorCtr="0">
          <a:noAutofit/>
        </a:bodyPr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Generate downloadable PDF reports.</a:t>
          </a:r>
        </a:p>
      </dsp:txBody>
      <dsp:txXfrm>
        <a:off x="2890045" y="5494356"/>
        <a:ext cx="3211508" cy="235399"/>
      </dsp:txXfrm>
    </dsp:sp>
    <dsp:sp modelId="{BA2E8DFC-1030-4AB4-BED1-7E5A30F72279}">
      <dsp:nvSpPr>
        <dsp:cNvPr id="0" name=""/>
        <dsp:cNvSpPr/>
      </dsp:nvSpPr>
      <dsp:spPr>
        <a:xfrm>
          <a:off x="2877311" y="5755533"/>
          <a:ext cx="3236976" cy="260867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0480" tIns="15240" rIns="30480" bIns="15240" numCol="1" spcCol="1270" anchor="ctr" anchorCtr="0">
          <a:noAutofit/>
        </a:bodyPr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Deploy app using </a:t>
          </a:r>
          <a:r>
            <a:rPr lang="en-US" sz="800" b="1" kern="1200" dirty="0" err="1"/>
            <a:t>Streamlit</a:t>
          </a:r>
          <a:r>
            <a:rPr lang="en-US" sz="800" kern="1200" dirty="0"/>
            <a:t> for real-time use.</a:t>
          </a:r>
        </a:p>
      </dsp:txBody>
      <dsp:txXfrm>
        <a:off x="2890045" y="5768267"/>
        <a:ext cx="3211508" cy="23539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E03D09-A0B0-41B3-A5B6-167ED1DB9C88}">
      <dsp:nvSpPr>
        <dsp:cNvPr id="0" name=""/>
        <dsp:cNvSpPr/>
      </dsp:nvSpPr>
      <dsp:spPr>
        <a:xfrm>
          <a:off x="541427" y="0"/>
          <a:ext cx="6136181" cy="3086461"/>
        </a:xfrm>
        <a:prstGeom prst="rightArrow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9875D9D8-8055-4591-86A9-6671D4FA4AB8}">
      <dsp:nvSpPr>
        <dsp:cNvPr id="0" name=""/>
        <dsp:cNvSpPr/>
      </dsp:nvSpPr>
      <dsp:spPr>
        <a:xfrm>
          <a:off x="1982" y="925938"/>
          <a:ext cx="1154411" cy="1234584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>
              <a:latin typeface="Times New Roman" pitchFamily="18" charset="0"/>
              <a:cs typeface="Times New Roman" pitchFamily="18" charset="0"/>
            </a:rPr>
            <a:t>Dataset Collection:</a:t>
          </a:r>
          <a:br>
            <a:rPr lang="en-US" sz="800" b="1" kern="1200">
              <a:latin typeface="Times New Roman" pitchFamily="18" charset="0"/>
              <a:cs typeface="Times New Roman" pitchFamily="18" charset="0"/>
            </a:rPr>
          </a:br>
          <a:r>
            <a:rPr lang="en-US" sz="800" b="1" kern="1200">
              <a:latin typeface="Times New Roman" pitchFamily="18" charset="0"/>
              <a:cs typeface="Times New Roman" pitchFamily="18" charset="0"/>
            </a:rPr>
            <a:t>Gathered lab report images containing patient and test information.</a:t>
          </a:r>
        </a:p>
      </dsp:txBody>
      <dsp:txXfrm>
        <a:off x="58336" y="982292"/>
        <a:ext cx="1041703" cy="1121876"/>
      </dsp:txXfrm>
    </dsp:sp>
    <dsp:sp modelId="{86824DA2-DD48-41EF-977C-BFAFE712800B}">
      <dsp:nvSpPr>
        <dsp:cNvPr id="0" name=""/>
        <dsp:cNvSpPr/>
      </dsp:nvSpPr>
      <dsp:spPr>
        <a:xfrm>
          <a:off x="1214114" y="925938"/>
          <a:ext cx="1154411" cy="1234584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0" lvl="0" indent="0" algn="l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>
              <a:latin typeface="Times New Roman" pitchFamily="18" charset="0"/>
              <a:cs typeface="Times New Roman" pitchFamily="18" charset="0"/>
            </a:rPr>
            <a:t>Annotation Process:</a:t>
          </a:r>
          <a:br>
            <a:rPr lang="en-US" sz="800" b="1" kern="1200">
              <a:latin typeface="Times New Roman" pitchFamily="18" charset="0"/>
              <a:cs typeface="Times New Roman" pitchFamily="18" charset="0"/>
            </a:rPr>
          </a:br>
          <a:r>
            <a:rPr lang="en-US" sz="800" b="1" kern="1200">
              <a:latin typeface="Times New Roman" pitchFamily="18" charset="0"/>
              <a:cs typeface="Times New Roman" pitchFamily="18" charset="0"/>
            </a:rPr>
            <a:t>Used </a:t>
          </a:r>
          <a:r>
            <a:rPr lang="en-US" sz="800" b="1" i="1" kern="1200">
              <a:latin typeface="Times New Roman" pitchFamily="18" charset="0"/>
              <a:cs typeface="Times New Roman" pitchFamily="18" charset="0"/>
            </a:rPr>
            <a:t>LabelImg</a:t>
          </a:r>
          <a:r>
            <a:rPr lang="en-US" sz="800" b="1" kern="1200">
              <a:latin typeface="Times New Roman" pitchFamily="18" charset="0"/>
              <a:cs typeface="Times New Roman" pitchFamily="18" charset="0"/>
            </a:rPr>
            <a:t> to annotate key fields such as:</a:t>
          </a:r>
        </a:p>
        <a:p>
          <a:pPr marL="57150" lvl="1" indent="-57150" algn="l" defTabSz="2667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600" b="1" kern="1200">
              <a:latin typeface="Times New Roman" pitchFamily="18" charset="0"/>
              <a:cs typeface="Times New Roman" pitchFamily="18" charset="0"/>
            </a:rPr>
            <a:t>Patient Name</a:t>
          </a:r>
        </a:p>
        <a:p>
          <a:pPr marL="57150" lvl="1" indent="-57150" algn="l" defTabSz="2667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600" b="1" kern="1200">
              <a:latin typeface="Times New Roman" pitchFamily="18" charset="0"/>
              <a:cs typeface="Times New Roman" pitchFamily="18" charset="0"/>
            </a:rPr>
            <a:t>Age/Sex</a:t>
          </a:r>
        </a:p>
        <a:p>
          <a:pPr marL="57150" lvl="1" indent="-57150" algn="l" defTabSz="2667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600" b="1" kern="1200">
              <a:latin typeface="Times New Roman" pitchFamily="18" charset="0"/>
              <a:cs typeface="Times New Roman" pitchFamily="18" charset="0"/>
            </a:rPr>
            <a:t>Sample ID</a:t>
          </a:r>
        </a:p>
        <a:p>
          <a:pPr marL="57150" lvl="1" indent="-57150" algn="l" defTabSz="2667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600" b="1" kern="1200">
              <a:latin typeface="Times New Roman" pitchFamily="18" charset="0"/>
              <a:cs typeface="Times New Roman" pitchFamily="18" charset="0"/>
            </a:rPr>
            <a:t>Test Name</a:t>
          </a:r>
        </a:p>
        <a:p>
          <a:pPr marL="57150" lvl="1" indent="-57150" algn="l" defTabSz="2667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600" b="1" kern="1200">
              <a:latin typeface="Times New Roman" pitchFamily="18" charset="0"/>
              <a:cs typeface="Times New Roman" pitchFamily="18" charset="0"/>
            </a:rPr>
            <a:t>T3, T4, and TSH values</a:t>
          </a:r>
        </a:p>
      </dsp:txBody>
      <dsp:txXfrm>
        <a:off x="1270468" y="982292"/>
        <a:ext cx="1041703" cy="1121876"/>
      </dsp:txXfrm>
    </dsp:sp>
    <dsp:sp modelId="{CA61976B-FC11-46A0-AF17-762CBF0C014E}">
      <dsp:nvSpPr>
        <dsp:cNvPr id="0" name=""/>
        <dsp:cNvSpPr/>
      </dsp:nvSpPr>
      <dsp:spPr>
        <a:xfrm>
          <a:off x="2426246" y="925938"/>
          <a:ext cx="1154411" cy="1234584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>
              <a:latin typeface="Times New Roman" pitchFamily="18" charset="0"/>
              <a:cs typeface="Times New Roman" pitchFamily="18" charset="0"/>
            </a:rPr>
            <a:t>Annotation Format:</a:t>
          </a:r>
          <a:br>
            <a:rPr lang="en-US" sz="800" b="1" kern="1200">
              <a:latin typeface="Times New Roman" pitchFamily="18" charset="0"/>
              <a:cs typeface="Times New Roman" pitchFamily="18" charset="0"/>
            </a:rPr>
          </a:br>
          <a:r>
            <a:rPr lang="en-US" sz="800" b="1" kern="1200">
              <a:latin typeface="Times New Roman" pitchFamily="18" charset="0"/>
              <a:cs typeface="Times New Roman" pitchFamily="18" charset="0"/>
            </a:rPr>
            <a:t>Exported annotations in YOLO format:</a:t>
          </a:r>
        </a:p>
      </dsp:txBody>
      <dsp:txXfrm>
        <a:off x="2482600" y="982292"/>
        <a:ext cx="1041703" cy="1121876"/>
      </dsp:txXfrm>
    </dsp:sp>
    <dsp:sp modelId="{C7A92DE4-DFD6-4552-B88B-774D10FBD51C}">
      <dsp:nvSpPr>
        <dsp:cNvPr id="0" name=""/>
        <dsp:cNvSpPr/>
      </dsp:nvSpPr>
      <dsp:spPr>
        <a:xfrm>
          <a:off x="3638378" y="925938"/>
          <a:ext cx="1154411" cy="1234584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>
              <a:latin typeface="Times New Roman" pitchFamily="18" charset="0"/>
              <a:cs typeface="Times New Roman" pitchFamily="18" charset="0"/>
            </a:rPr>
            <a:t>class_id x_center y_center width height </a:t>
          </a:r>
        </a:p>
      </dsp:txBody>
      <dsp:txXfrm>
        <a:off x="3694732" y="982292"/>
        <a:ext cx="1041703" cy="1121876"/>
      </dsp:txXfrm>
    </dsp:sp>
    <dsp:sp modelId="{18B8944C-A52C-44A4-941A-DAA69BB39A79}">
      <dsp:nvSpPr>
        <dsp:cNvPr id="0" name=""/>
        <dsp:cNvSpPr/>
      </dsp:nvSpPr>
      <dsp:spPr>
        <a:xfrm>
          <a:off x="4850510" y="925938"/>
          <a:ext cx="1154411" cy="1234584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0" lvl="0" indent="0" algn="l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>
              <a:latin typeface="Times New Roman" pitchFamily="18" charset="0"/>
              <a:cs typeface="Times New Roman" pitchFamily="18" charset="0"/>
            </a:rPr>
            <a:t>Preprocessing:</a:t>
          </a:r>
        </a:p>
        <a:p>
          <a:pPr marL="57150" lvl="1" indent="-57150" algn="l" defTabSz="2667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600" b="1" kern="1200">
              <a:latin typeface="Times New Roman" pitchFamily="18" charset="0"/>
              <a:cs typeface="Times New Roman" pitchFamily="18" charset="0"/>
            </a:rPr>
            <a:t>Resized all images to 416×416 pixels (YOLO input size).</a:t>
          </a:r>
        </a:p>
        <a:p>
          <a:pPr marL="57150" lvl="1" indent="-57150" algn="l" defTabSz="2667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600" b="1" kern="1200">
              <a:latin typeface="Times New Roman" pitchFamily="18" charset="0"/>
              <a:cs typeface="Times New Roman" pitchFamily="18" charset="0"/>
            </a:rPr>
            <a:t>Enhanced clarity using brightness/contrast adjustments.</a:t>
          </a:r>
        </a:p>
        <a:p>
          <a:pPr marL="57150" lvl="1" indent="-57150" algn="l" defTabSz="2667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600" b="1" kern="1200">
              <a:latin typeface="Times New Roman" pitchFamily="18" charset="0"/>
              <a:cs typeface="Times New Roman" pitchFamily="18" charset="0"/>
            </a:rPr>
            <a:t>Ensured proper image–annotation matching.</a:t>
          </a:r>
        </a:p>
      </dsp:txBody>
      <dsp:txXfrm>
        <a:off x="4906864" y="982292"/>
        <a:ext cx="1041703" cy="1121876"/>
      </dsp:txXfrm>
    </dsp:sp>
    <dsp:sp modelId="{B432050B-0654-4B0E-BA91-2640D535022B}">
      <dsp:nvSpPr>
        <dsp:cNvPr id="0" name=""/>
        <dsp:cNvSpPr/>
      </dsp:nvSpPr>
      <dsp:spPr>
        <a:xfrm>
          <a:off x="6062642" y="925938"/>
          <a:ext cx="1154411" cy="1234584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0" lvl="0" indent="0" algn="l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>
              <a:latin typeface="Times New Roman" pitchFamily="18" charset="0"/>
              <a:cs typeface="Times New Roman" pitchFamily="18" charset="0"/>
            </a:rPr>
            <a:t>Data Split:</a:t>
          </a:r>
        </a:p>
        <a:p>
          <a:pPr marL="57150" lvl="1" indent="-57150" algn="l" defTabSz="2667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600" b="1" kern="1200">
              <a:latin typeface="Times New Roman" pitchFamily="18" charset="0"/>
              <a:cs typeface="Times New Roman" pitchFamily="18" charset="0"/>
            </a:rPr>
            <a:t>80% of images used for training</a:t>
          </a:r>
        </a:p>
        <a:p>
          <a:pPr marL="57150" lvl="1" indent="-57150" algn="l" defTabSz="2667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600" b="1" kern="1200">
              <a:latin typeface="Times New Roman" pitchFamily="18" charset="0"/>
              <a:cs typeface="Times New Roman" pitchFamily="18" charset="0"/>
            </a:rPr>
            <a:t>20% reserved for testing and validation</a:t>
          </a:r>
        </a:p>
      </dsp:txBody>
      <dsp:txXfrm>
        <a:off x="6118996" y="982292"/>
        <a:ext cx="1041703" cy="112187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B3158B-6B77-45FF-8D4E-BD0C4D966752}">
      <dsp:nvSpPr>
        <dsp:cNvPr id="0" name=""/>
        <dsp:cNvSpPr/>
      </dsp:nvSpPr>
      <dsp:spPr>
        <a:xfrm>
          <a:off x="3535908" y="30637"/>
          <a:ext cx="2483896" cy="10386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Model Used:</a:t>
          </a:r>
          <a:br>
            <a:rPr lang="en-US" sz="1100" kern="12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1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YOLOv3 (You Only Look Once v3) — a real-time object detection model.</a:t>
          </a:r>
        </a:p>
      </dsp:txBody>
      <dsp:txXfrm>
        <a:off x="3535908" y="30637"/>
        <a:ext cx="2483896" cy="1038691"/>
      </dsp:txXfrm>
    </dsp:sp>
    <dsp:sp modelId="{0183BAA1-3BDD-4BA8-AE7E-791CBC41C008}">
      <dsp:nvSpPr>
        <dsp:cNvPr id="0" name=""/>
        <dsp:cNvSpPr/>
      </dsp:nvSpPr>
      <dsp:spPr>
        <a:xfrm>
          <a:off x="1812466" y="267"/>
          <a:ext cx="3897711" cy="3897711"/>
        </a:xfrm>
        <a:prstGeom prst="circularArrow">
          <a:avLst>
            <a:gd name="adj1" fmla="val 5197"/>
            <a:gd name="adj2" fmla="val 335647"/>
            <a:gd name="adj3" fmla="val 21294325"/>
            <a:gd name="adj4" fmla="val 19765290"/>
            <a:gd name="adj5" fmla="val 6063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C95038-E9B1-4EED-BA5D-0E4A8AE36AB2}">
      <dsp:nvSpPr>
        <dsp:cNvPr id="0" name=""/>
        <dsp:cNvSpPr/>
      </dsp:nvSpPr>
      <dsp:spPr>
        <a:xfrm>
          <a:off x="4366665" y="1964201"/>
          <a:ext cx="2078889" cy="10386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Training Environment: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Google Colab GPU for accelerated training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>
              <a:latin typeface="Times New Roman" panose="02020603050405020304" pitchFamily="18" charset="0"/>
              <a:cs typeface="Times New Roman" panose="02020603050405020304" pitchFamily="18" charset="0"/>
            </a:rPr>
            <a:t>Dependencies: OpenCV, PyTorch, and Darknet</a:t>
          </a:r>
        </a:p>
      </dsp:txBody>
      <dsp:txXfrm>
        <a:off x="4366665" y="1964201"/>
        <a:ext cx="2078889" cy="1038691"/>
      </dsp:txXfrm>
    </dsp:sp>
    <dsp:sp modelId="{CCDDE993-9BCE-4BC0-B4EC-6E6C8220F305}">
      <dsp:nvSpPr>
        <dsp:cNvPr id="0" name=""/>
        <dsp:cNvSpPr/>
      </dsp:nvSpPr>
      <dsp:spPr>
        <a:xfrm>
          <a:off x="1812466" y="203806"/>
          <a:ext cx="3897711" cy="3897711"/>
        </a:xfrm>
        <a:prstGeom prst="circularArrow">
          <a:avLst>
            <a:gd name="adj1" fmla="val 5197"/>
            <a:gd name="adj2" fmla="val 335647"/>
            <a:gd name="adj3" fmla="val 4015821"/>
            <a:gd name="adj4" fmla="val 2252402"/>
            <a:gd name="adj5" fmla="val 6063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5A2591-9929-4C3E-A081-BD8F00E0155C}">
      <dsp:nvSpPr>
        <dsp:cNvPr id="0" name=""/>
        <dsp:cNvSpPr/>
      </dsp:nvSpPr>
      <dsp:spPr>
        <a:xfrm>
          <a:off x="3241976" y="3159209"/>
          <a:ext cx="1038691" cy="10386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Configuration: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Input size: 416 × 416 pixels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>
              <a:latin typeface="Times New Roman" panose="02020603050405020304" pitchFamily="18" charset="0"/>
              <a:cs typeface="Times New Roman" panose="02020603050405020304" pitchFamily="18" charset="0"/>
            </a:rPr>
            <a:t>Batch size: 16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>
              <a:latin typeface="Times New Roman" panose="02020603050405020304" pitchFamily="18" charset="0"/>
              <a:cs typeface="Times New Roman" panose="02020603050405020304" pitchFamily="18" charset="0"/>
            </a:rPr>
            <a:t>Learning rate: 0.001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>
              <a:latin typeface="Times New Roman" panose="02020603050405020304" pitchFamily="18" charset="0"/>
              <a:cs typeface="Times New Roman" panose="02020603050405020304" pitchFamily="18" charset="0"/>
            </a:rPr>
            <a:t>Epochs: 100</a:t>
          </a:r>
        </a:p>
      </dsp:txBody>
      <dsp:txXfrm>
        <a:off x="3241976" y="3159209"/>
        <a:ext cx="1038691" cy="1038691"/>
      </dsp:txXfrm>
    </dsp:sp>
    <dsp:sp modelId="{60E1EC4E-D453-4116-8522-8C8301B60041}">
      <dsp:nvSpPr>
        <dsp:cNvPr id="0" name=""/>
        <dsp:cNvSpPr/>
      </dsp:nvSpPr>
      <dsp:spPr>
        <a:xfrm>
          <a:off x="1642331" y="359480"/>
          <a:ext cx="3897711" cy="3897711"/>
        </a:xfrm>
        <a:prstGeom prst="circularArrow">
          <a:avLst>
            <a:gd name="adj1" fmla="val 5197"/>
            <a:gd name="adj2" fmla="val 335647"/>
            <a:gd name="adj3" fmla="val 8211951"/>
            <a:gd name="adj4" fmla="val 6448532"/>
            <a:gd name="adj5" fmla="val 6063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D600D0-AB72-4A9D-9B81-8B5E8FCAC4FC}">
      <dsp:nvSpPr>
        <dsp:cNvPr id="0" name=""/>
        <dsp:cNvSpPr/>
      </dsp:nvSpPr>
      <dsp:spPr>
        <a:xfrm>
          <a:off x="765430" y="1964201"/>
          <a:ext cx="2702208" cy="10386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Training Steps: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>
              <a:latin typeface="Times New Roman" panose="02020603050405020304" pitchFamily="18" charset="0"/>
              <a:cs typeface="Times New Roman" panose="02020603050405020304" pitchFamily="18" charset="0"/>
            </a:rPr>
            <a:t>Loaded annotated dataset (images + YOLO .txt files)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Modified YOLO config and .data files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>
              <a:latin typeface="Times New Roman" panose="02020603050405020304" pitchFamily="18" charset="0"/>
              <a:cs typeface="Times New Roman" panose="02020603050405020304" pitchFamily="18" charset="0"/>
            </a:rPr>
            <a:t>Trained the model using Darknet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>
              <a:latin typeface="Times New Roman" panose="02020603050405020304" pitchFamily="18" charset="0"/>
              <a:cs typeface="Times New Roman" panose="02020603050405020304" pitchFamily="18" charset="0"/>
            </a:rPr>
            <a:t>Saved best weights to models/yolov3_custom.weights</a:t>
          </a:r>
        </a:p>
      </dsp:txBody>
      <dsp:txXfrm>
        <a:off x="765430" y="1964201"/>
        <a:ext cx="2702208" cy="1038691"/>
      </dsp:txXfrm>
    </dsp:sp>
    <dsp:sp modelId="{CC325D31-5AB4-4ECB-B8A2-29A723290CDB}">
      <dsp:nvSpPr>
        <dsp:cNvPr id="0" name=""/>
        <dsp:cNvSpPr/>
      </dsp:nvSpPr>
      <dsp:spPr>
        <a:xfrm>
          <a:off x="685805" y="-1199808"/>
          <a:ext cx="3897711" cy="3897711"/>
        </a:xfrm>
        <a:prstGeom prst="circularArrow">
          <a:avLst>
            <a:gd name="adj1" fmla="val 5197"/>
            <a:gd name="adj2" fmla="val 335647"/>
            <a:gd name="adj3" fmla="val 10003281"/>
            <a:gd name="adj4" fmla="val 8281201"/>
            <a:gd name="adj5" fmla="val 6063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075C3D-867B-4E2A-812C-6AC1BE51A2F6}">
      <dsp:nvSpPr>
        <dsp:cNvPr id="0" name=""/>
        <dsp:cNvSpPr/>
      </dsp:nvSpPr>
      <dsp:spPr>
        <a:xfrm>
          <a:off x="685800" y="0"/>
          <a:ext cx="2441569" cy="10386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Output: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Bounding boxes for each target field (Patient Name, T3, T4, TSH, etc.)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>
              <a:latin typeface="Times New Roman" panose="02020603050405020304" pitchFamily="18" charset="0"/>
              <a:cs typeface="Times New Roman" panose="02020603050405020304" pitchFamily="18" charset="0"/>
            </a:rPr>
            <a:t>High detection accuracy on unseen reports</a:t>
          </a:r>
        </a:p>
      </dsp:txBody>
      <dsp:txXfrm>
        <a:off x="685800" y="0"/>
        <a:ext cx="2441569" cy="1038691"/>
      </dsp:txXfrm>
    </dsp:sp>
    <dsp:sp modelId="{681B6C0A-400B-4752-AA11-22C15F525E85}">
      <dsp:nvSpPr>
        <dsp:cNvPr id="0" name=""/>
        <dsp:cNvSpPr/>
      </dsp:nvSpPr>
      <dsp:spPr>
        <a:xfrm>
          <a:off x="700535" y="-229480"/>
          <a:ext cx="3897711" cy="3897711"/>
        </a:xfrm>
        <a:prstGeom prst="circularArrow">
          <a:avLst>
            <a:gd name="adj1" fmla="val 5197"/>
            <a:gd name="adj2" fmla="val 335647"/>
            <a:gd name="adj3" fmla="val 17714609"/>
            <a:gd name="adj4" fmla="val 15829088"/>
            <a:gd name="adj5" fmla="val 6063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07A493-FA27-4EBD-81D0-CCC349648C7A}">
      <dsp:nvSpPr>
        <dsp:cNvPr id="0" name=""/>
        <dsp:cNvSpPr/>
      </dsp:nvSpPr>
      <dsp:spPr>
        <a:xfrm>
          <a:off x="0" y="0"/>
          <a:ext cx="8754441" cy="533400"/>
        </a:xfrm>
        <a:prstGeom prst="roundRect">
          <a:avLst>
            <a:gd name="adj" fmla="val 10000"/>
          </a:avLst>
        </a:prstGeom>
        <a:solidFill>
          <a:srgbClr val="00B05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🖼️ </a:t>
          </a:r>
          <a:r>
            <a:rPr lang="en-US" sz="2000" i="1" kern="1200" dirty="0"/>
            <a:t>Image Region</a:t>
          </a:r>
          <a:r>
            <a:rPr lang="en-US" sz="2000" kern="1200" dirty="0"/>
            <a:t> → ⚙️ </a:t>
          </a:r>
          <a:r>
            <a:rPr lang="en-US" sz="2000" i="1" kern="1200" dirty="0"/>
            <a:t>Preprocess</a:t>
          </a:r>
          <a:r>
            <a:rPr lang="en-US" sz="2000" kern="1200" dirty="0"/>
            <a:t> → 🧠 </a:t>
          </a:r>
          <a:r>
            <a:rPr lang="en-US" sz="2000" i="1" kern="1200" dirty="0"/>
            <a:t>OCR Engine</a:t>
          </a:r>
          <a:r>
            <a:rPr lang="en-US" sz="2000" kern="1200" dirty="0"/>
            <a:t> → 📋 </a:t>
          </a:r>
          <a:r>
            <a:rPr lang="en-US" sz="2000" i="1" kern="1200" dirty="0"/>
            <a:t>Structured Output</a:t>
          </a:r>
          <a:endParaRPr lang="en-US" sz="2000" kern="1200" dirty="0"/>
        </a:p>
      </dsp:txBody>
      <dsp:txXfrm>
        <a:off x="15623" y="15623"/>
        <a:ext cx="8723195" cy="50215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4FD4FB-5380-4CC6-8BAC-5632A0FCA412}">
      <dsp:nvSpPr>
        <dsp:cNvPr id="0" name=""/>
        <dsp:cNvSpPr/>
      </dsp:nvSpPr>
      <dsp:spPr>
        <a:xfrm>
          <a:off x="1233374" y="1040"/>
          <a:ext cx="928582" cy="92858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FA2CAE-39BB-4ACA-A2D1-EA780468BFC5}">
      <dsp:nvSpPr>
        <dsp:cNvPr id="0" name=""/>
        <dsp:cNvSpPr/>
      </dsp:nvSpPr>
      <dsp:spPr>
        <a:xfrm>
          <a:off x="1431268" y="198935"/>
          <a:ext cx="532792" cy="53279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897705-2ED4-4122-B3BA-A1DD37189007}">
      <dsp:nvSpPr>
        <dsp:cNvPr id="0" name=""/>
        <dsp:cNvSpPr/>
      </dsp:nvSpPr>
      <dsp:spPr>
        <a:xfrm>
          <a:off x="936532" y="1218853"/>
          <a:ext cx="1522265" cy="6089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kern="1200"/>
            <a:t>YOLOv3 Model</a:t>
          </a:r>
          <a:r>
            <a:rPr lang="en-US" sz="1100" kern="1200"/>
            <a:t> – Detects regions of interest (bounding boxes).</a:t>
          </a:r>
        </a:p>
      </dsp:txBody>
      <dsp:txXfrm>
        <a:off x="936532" y="1218853"/>
        <a:ext cx="1522265" cy="608906"/>
      </dsp:txXfrm>
    </dsp:sp>
    <dsp:sp modelId="{99BBCBCE-FC6A-4222-94F8-0B5C07B8A594}">
      <dsp:nvSpPr>
        <dsp:cNvPr id="0" name=""/>
        <dsp:cNvSpPr/>
      </dsp:nvSpPr>
      <dsp:spPr>
        <a:xfrm>
          <a:off x="3022036" y="1040"/>
          <a:ext cx="928582" cy="92858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F93F5A-A12A-4489-BD9A-3EFCA5AA7171}">
      <dsp:nvSpPr>
        <dsp:cNvPr id="0" name=""/>
        <dsp:cNvSpPr/>
      </dsp:nvSpPr>
      <dsp:spPr>
        <a:xfrm>
          <a:off x="3219930" y="198935"/>
          <a:ext cx="532792" cy="53279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99E47A-9635-490B-BF81-E755E513AB09}">
      <dsp:nvSpPr>
        <dsp:cNvPr id="0" name=""/>
        <dsp:cNvSpPr/>
      </dsp:nvSpPr>
      <dsp:spPr>
        <a:xfrm>
          <a:off x="2725194" y="1218853"/>
          <a:ext cx="1522265" cy="6089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kern="1200"/>
            <a:t>Tesseract OCR</a:t>
          </a:r>
          <a:r>
            <a:rPr lang="en-US" sz="1100" kern="1200"/>
            <a:t> – Extracts readable text from cropped regions.</a:t>
          </a:r>
        </a:p>
      </dsp:txBody>
      <dsp:txXfrm>
        <a:off x="2725194" y="1218853"/>
        <a:ext cx="1522265" cy="608906"/>
      </dsp:txXfrm>
    </dsp:sp>
    <dsp:sp modelId="{68EB6906-8D9C-461F-9453-D840B6EFDC7F}">
      <dsp:nvSpPr>
        <dsp:cNvPr id="0" name=""/>
        <dsp:cNvSpPr/>
      </dsp:nvSpPr>
      <dsp:spPr>
        <a:xfrm>
          <a:off x="4810698" y="1040"/>
          <a:ext cx="928582" cy="92858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71813A-79BD-4EDD-8E72-814B11CF15EE}">
      <dsp:nvSpPr>
        <dsp:cNvPr id="0" name=""/>
        <dsp:cNvSpPr/>
      </dsp:nvSpPr>
      <dsp:spPr>
        <a:xfrm>
          <a:off x="5008593" y="198935"/>
          <a:ext cx="532792" cy="53279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9936DB-2DF2-45FC-88C6-2785E9DB4A88}">
      <dsp:nvSpPr>
        <dsp:cNvPr id="0" name=""/>
        <dsp:cNvSpPr/>
      </dsp:nvSpPr>
      <dsp:spPr>
        <a:xfrm>
          <a:off x="4513856" y="1218853"/>
          <a:ext cx="1522265" cy="6089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kern="1200"/>
            <a:t>Streamlit App</a:t>
          </a:r>
          <a:r>
            <a:rPr lang="en-US" sz="1100" kern="1200"/>
            <a:t> – Provides user-friendly web interface for uploading and viewing results.</a:t>
          </a:r>
        </a:p>
      </dsp:txBody>
      <dsp:txXfrm>
        <a:off x="4513856" y="1218853"/>
        <a:ext cx="1522265" cy="608906"/>
      </dsp:txXfrm>
    </dsp:sp>
    <dsp:sp modelId="{295002C9-ABC0-42CD-AFBF-DF008FDC593D}">
      <dsp:nvSpPr>
        <dsp:cNvPr id="0" name=""/>
        <dsp:cNvSpPr/>
      </dsp:nvSpPr>
      <dsp:spPr>
        <a:xfrm>
          <a:off x="6599360" y="1040"/>
          <a:ext cx="928582" cy="92858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9BF65C-0D19-45D6-A407-C282D69FB2B0}">
      <dsp:nvSpPr>
        <dsp:cNvPr id="0" name=""/>
        <dsp:cNvSpPr/>
      </dsp:nvSpPr>
      <dsp:spPr>
        <a:xfrm>
          <a:off x="6797255" y="198935"/>
          <a:ext cx="532792" cy="53279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031174-CF06-4EBD-9A3E-D758E3A03C27}">
      <dsp:nvSpPr>
        <dsp:cNvPr id="0" name=""/>
        <dsp:cNvSpPr/>
      </dsp:nvSpPr>
      <dsp:spPr>
        <a:xfrm>
          <a:off x="6302518" y="1218853"/>
          <a:ext cx="1522265" cy="6089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kern="1200"/>
            <a:t>Google Drive</a:t>
          </a:r>
          <a:r>
            <a:rPr lang="en-US" sz="1100" kern="1200"/>
            <a:t> – Used for data storage, model weights, and output reports.</a:t>
          </a:r>
        </a:p>
      </dsp:txBody>
      <dsp:txXfrm>
        <a:off x="6302518" y="1218853"/>
        <a:ext cx="1522265" cy="608906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EFB150-3833-42D3-9258-EAD31AE43108}">
      <dsp:nvSpPr>
        <dsp:cNvPr id="0" name=""/>
        <dsp:cNvSpPr/>
      </dsp:nvSpPr>
      <dsp:spPr>
        <a:xfrm>
          <a:off x="-2065471" y="-319953"/>
          <a:ext cx="2468707" cy="2468707"/>
        </a:xfrm>
        <a:prstGeom prst="blockArc">
          <a:avLst>
            <a:gd name="adj1" fmla="val 18900000"/>
            <a:gd name="adj2" fmla="val 2700000"/>
            <a:gd name="adj3" fmla="val 875"/>
          </a:avLst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B138123-829F-4625-ABF1-23A377FC6B8D}">
      <dsp:nvSpPr>
        <dsp:cNvPr id="0" name=""/>
        <dsp:cNvSpPr/>
      </dsp:nvSpPr>
      <dsp:spPr>
        <a:xfrm>
          <a:off x="414660" y="42531"/>
          <a:ext cx="4028089" cy="300082"/>
        </a:xfrm>
        <a:prstGeom prst="rect">
          <a:avLst/>
        </a:prstGeom>
        <a:gradFill rotWithShape="1">
          <a:gsLst>
            <a:gs pos="0">
              <a:schemeClr val="accent3">
                <a:satMod val="103000"/>
                <a:lumMod val="102000"/>
                <a:tint val="94000"/>
              </a:schemeClr>
            </a:gs>
            <a:gs pos="50000">
              <a:schemeClr val="accent3">
                <a:satMod val="110000"/>
                <a:lumMod val="100000"/>
                <a:shade val="100000"/>
              </a:schemeClr>
            </a:gs>
            <a:gs pos="100000">
              <a:schemeClr val="accent3"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3"/>
          </a:solidFill>
          <a:prstDash val="solid"/>
          <a:miter lim="800000"/>
        </a:ln>
        <a:effectLst/>
      </dsp:spPr>
      <dsp:style>
        <a:lnRef idx="1">
          <a:schemeClr val="accent3"/>
        </a:lnRef>
        <a:fillRef idx="3">
          <a:schemeClr val="accent3"/>
        </a:fillRef>
        <a:effectRef idx="2">
          <a:schemeClr val="accent3"/>
        </a:effectRef>
        <a:fontRef idx="minor">
          <a:schemeClr val="lt1"/>
        </a:fontRef>
      </dsp:style>
      <dsp:txBody>
        <a:bodyPr spcFirstLastPara="0" vert="horz" wrap="square" lIns="152826" tIns="25400" rIns="25400" bIns="25400" numCol="1" spcCol="1270" anchor="ctr" anchorCtr="0">
          <a:noAutofit/>
        </a:bodyPr>
        <a:lstStyle/>
        <a:p>
          <a:pPr marL="0" lvl="0" indent="0" algn="l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/>
            <a:t>Workflow Overview</a:t>
          </a:r>
          <a:endParaRPr lang="en-US" sz="1000" kern="1200"/>
        </a:p>
      </dsp:txBody>
      <dsp:txXfrm>
        <a:off x="414660" y="42531"/>
        <a:ext cx="4028089" cy="300082"/>
      </dsp:txXfrm>
    </dsp:sp>
    <dsp:sp modelId="{9B18F8E8-70F3-4879-9135-AC0DF7258B24}">
      <dsp:nvSpPr>
        <dsp:cNvPr id="0" name=""/>
        <dsp:cNvSpPr/>
      </dsp:nvSpPr>
      <dsp:spPr>
        <a:xfrm>
          <a:off x="32236" y="72237"/>
          <a:ext cx="240670" cy="2406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307EC5-10F0-4DE5-A523-E1EF7C74E35E}">
      <dsp:nvSpPr>
        <dsp:cNvPr id="0" name=""/>
        <dsp:cNvSpPr/>
      </dsp:nvSpPr>
      <dsp:spPr>
        <a:xfrm>
          <a:off x="310945" y="385072"/>
          <a:ext cx="8430487" cy="19253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826" tIns="25400" rIns="25400" bIns="25400" numCol="1" spcCol="1270" anchor="ctr" anchorCtr="0">
          <a:noAutofit/>
        </a:bodyPr>
        <a:lstStyle/>
        <a:p>
          <a:pPr marL="0" lvl="0" indent="0" algn="l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User uploads a lab report through the </a:t>
          </a:r>
          <a:r>
            <a:rPr lang="en-US" sz="1000" b="1" kern="1200"/>
            <a:t>Streamlit UI</a:t>
          </a:r>
          <a:r>
            <a:rPr lang="en-US" sz="1000" kern="1200"/>
            <a:t>.</a:t>
          </a:r>
        </a:p>
      </dsp:txBody>
      <dsp:txXfrm>
        <a:off x="310945" y="385072"/>
        <a:ext cx="8430487" cy="192536"/>
      </dsp:txXfrm>
    </dsp:sp>
    <dsp:sp modelId="{C80EA193-F7AC-4702-8DEA-58A9267F22E3}">
      <dsp:nvSpPr>
        <dsp:cNvPr id="0" name=""/>
        <dsp:cNvSpPr/>
      </dsp:nvSpPr>
      <dsp:spPr>
        <a:xfrm>
          <a:off x="190610" y="361005"/>
          <a:ext cx="240670" cy="2406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0BE115-97AB-4B22-888E-DF1C50D10EB2}">
      <dsp:nvSpPr>
        <dsp:cNvPr id="0" name=""/>
        <dsp:cNvSpPr/>
      </dsp:nvSpPr>
      <dsp:spPr>
        <a:xfrm>
          <a:off x="383366" y="673839"/>
          <a:ext cx="8358066" cy="19253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826" tIns="25400" rIns="25400" bIns="25400" numCol="1" spcCol="1270" anchor="ctr" anchorCtr="0">
          <a:noAutofit/>
        </a:bodyPr>
        <a:lstStyle/>
        <a:p>
          <a:pPr marL="0" lvl="0" indent="0" algn="l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Image is passed to the </a:t>
          </a:r>
          <a:r>
            <a:rPr lang="en-US" sz="1000" b="1" kern="1200"/>
            <a:t>YOLOv3 model</a:t>
          </a:r>
          <a:r>
            <a:rPr lang="en-US" sz="1000" kern="1200"/>
            <a:t> to detect text fields.</a:t>
          </a:r>
        </a:p>
      </dsp:txBody>
      <dsp:txXfrm>
        <a:off x="383366" y="673839"/>
        <a:ext cx="8358066" cy="192536"/>
      </dsp:txXfrm>
    </dsp:sp>
    <dsp:sp modelId="{EA6FB45E-4DDE-4F28-B611-1C8C3244F562}">
      <dsp:nvSpPr>
        <dsp:cNvPr id="0" name=""/>
        <dsp:cNvSpPr/>
      </dsp:nvSpPr>
      <dsp:spPr>
        <a:xfrm>
          <a:off x="263031" y="649772"/>
          <a:ext cx="240670" cy="2406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A7EB2C-3DC0-4F5B-8F37-7D263E2F8778}">
      <dsp:nvSpPr>
        <dsp:cNvPr id="0" name=""/>
        <dsp:cNvSpPr/>
      </dsp:nvSpPr>
      <dsp:spPr>
        <a:xfrm>
          <a:off x="383366" y="962424"/>
          <a:ext cx="8358066" cy="19253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826" tIns="25400" rIns="25400" bIns="25400" numCol="1" spcCol="1270" anchor="ctr" anchorCtr="0">
          <a:noAutofit/>
        </a:bodyPr>
        <a:lstStyle/>
        <a:p>
          <a:pPr marL="0" lvl="0" indent="0" algn="l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Detected fields are cropped and sent to </a:t>
          </a:r>
          <a:r>
            <a:rPr lang="en-US" sz="1000" b="1" kern="1200"/>
            <a:t>Tesseract OCR</a:t>
          </a:r>
          <a:r>
            <a:rPr lang="en-US" sz="1000" kern="1200"/>
            <a:t> for text extraction.</a:t>
          </a:r>
        </a:p>
      </dsp:txBody>
      <dsp:txXfrm>
        <a:off x="383366" y="962424"/>
        <a:ext cx="8358066" cy="192536"/>
      </dsp:txXfrm>
    </dsp:sp>
    <dsp:sp modelId="{9599047C-9E55-4EA9-ABA2-54C05AB13E6E}">
      <dsp:nvSpPr>
        <dsp:cNvPr id="0" name=""/>
        <dsp:cNvSpPr/>
      </dsp:nvSpPr>
      <dsp:spPr>
        <a:xfrm>
          <a:off x="263031" y="938357"/>
          <a:ext cx="240670" cy="2406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14FE14-C810-4E15-8F38-3450AC02A4FC}">
      <dsp:nvSpPr>
        <dsp:cNvPr id="0" name=""/>
        <dsp:cNvSpPr/>
      </dsp:nvSpPr>
      <dsp:spPr>
        <a:xfrm>
          <a:off x="310945" y="1251191"/>
          <a:ext cx="8430487" cy="19253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826" tIns="25400" rIns="25400" bIns="25400" numCol="1" spcCol="1270" anchor="ctr" anchorCtr="0">
          <a:noAutofit/>
        </a:bodyPr>
        <a:lstStyle/>
        <a:p>
          <a:pPr marL="0" lvl="0" indent="0" algn="l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Extracted text is structured (JSON, CSV, or PDF).</a:t>
          </a:r>
        </a:p>
      </dsp:txBody>
      <dsp:txXfrm>
        <a:off x="310945" y="1251191"/>
        <a:ext cx="8430487" cy="192536"/>
      </dsp:txXfrm>
    </dsp:sp>
    <dsp:sp modelId="{7461BB39-11C3-4214-8F0B-F0F98BE6D70F}">
      <dsp:nvSpPr>
        <dsp:cNvPr id="0" name=""/>
        <dsp:cNvSpPr/>
      </dsp:nvSpPr>
      <dsp:spPr>
        <a:xfrm>
          <a:off x="190610" y="1227124"/>
          <a:ext cx="240670" cy="2406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33183D-6F44-441F-80B5-1B0E59B63FFA}">
      <dsp:nvSpPr>
        <dsp:cNvPr id="0" name=""/>
        <dsp:cNvSpPr/>
      </dsp:nvSpPr>
      <dsp:spPr>
        <a:xfrm>
          <a:off x="152571" y="1539959"/>
          <a:ext cx="8588861" cy="19253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826" tIns="25400" rIns="25400" bIns="25400" numCol="1" spcCol="1270" anchor="ctr" anchorCtr="0">
          <a:noAutofit/>
        </a:bodyPr>
        <a:lstStyle/>
        <a:p>
          <a:pPr marL="0" lvl="0" indent="0" algn="l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Results are automatically stored and downloadable via </a:t>
          </a:r>
          <a:r>
            <a:rPr lang="en-US" sz="1000" b="1" kern="1200"/>
            <a:t>cloud integration</a:t>
          </a:r>
          <a:endParaRPr lang="en-US" sz="1000" kern="1200"/>
        </a:p>
      </dsp:txBody>
      <dsp:txXfrm>
        <a:off x="152571" y="1539959"/>
        <a:ext cx="8588861" cy="192536"/>
      </dsp:txXfrm>
    </dsp:sp>
    <dsp:sp modelId="{6C07C491-7439-4741-91EB-F6A247910D43}">
      <dsp:nvSpPr>
        <dsp:cNvPr id="0" name=""/>
        <dsp:cNvSpPr/>
      </dsp:nvSpPr>
      <dsp:spPr>
        <a:xfrm>
          <a:off x="32236" y="1515892"/>
          <a:ext cx="240670" cy="2406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737B11-19E7-4508-89DF-FC4A56223D33}">
      <dsp:nvSpPr>
        <dsp:cNvPr id="0" name=""/>
        <dsp:cNvSpPr/>
      </dsp:nvSpPr>
      <dsp:spPr>
        <a:xfrm>
          <a:off x="338379" y="0"/>
          <a:ext cx="3788227" cy="3788227"/>
        </a:xfrm>
        <a:prstGeom prst="triangl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D1E23C3-493A-408C-ACEC-9BCBF222B22D}">
      <dsp:nvSpPr>
        <dsp:cNvPr id="0" name=""/>
        <dsp:cNvSpPr/>
      </dsp:nvSpPr>
      <dsp:spPr>
        <a:xfrm>
          <a:off x="2232493" y="379192"/>
          <a:ext cx="2462347" cy="538638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b="1" kern="1200">
              <a:latin typeface="Times New Roman" pitchFamily="18" charset="0"/>
              <a:cs typeface="Times New Roman" pitchFamily="18" charset="0"/>
            </a:rPr>
            <a:t>Development Setup</a:t>
          </a:r>
        </a:p>
      </dsp:txBody>
      <dsp:txXfrm>
        <a:off x="2258787" y="405486"/>
        <a:ext cx="2409759" cy="486050"/>
      </dsp:txXfrm>
    </dsp:sp>
    <dsp:sp modelId="{8B4CC547-1556-4375-BF49-9EA068AFB511}">
      <dsp:nvSpPr>
        <dsp:cNvPr id="0" name=""/>
        <dsp:cNvSpPr/>
      </dsp:nvSpPr>
      <dsp:spPr>
        <a:xfrm>
          <a:off x="2232493" y="985160"/>
          <a:ext cx="2462347" cy="538638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b="1" kern="1200">
              <a:latin typeface="Times New Roman" pitchFamily="18" charset="0"/>
              <a:cs typeface="Times New Roman" pitchFamily="18" charset="0"/>
            </a:rPr>
            <a:t>IDE Used: Visual Studio Code (VS Code)</a:t>
          </a:r>
        </a:p>
      </dsp:txBody>
      <dsp:txXfrm>
        <a:off x="2258787" y="1011454"/>
        <a:ext cx="2409759" cy="486050"/>
      </dsp:txXfrm>
    </dsp:sp>
    <dsp:sp modelId="{611DC594-04F8-4B46-82B9-180B47CC466D}">
      <dsp:nvSpPr>
        <dsp:cNvPr id="0" name=""/>
        <dsp:cNvSpPr/>
      </dsp:nvSpPr>
      <dsp:spPr>
        <a:xfrm>
          <a:off x="2232493" y="1591129"/>
          <a:ext cx="2462347" cy="538638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b="1" kern="1200">
              <a:latin typeface="Times New Roman" pitchFamily="18" charset="0"/>
              <a:cs typeface="Times New Roman" pitchFamily="18" charset="0"/>
            </a:rPr>
            <a:t>Programming Language: Python 3.9</a:t>
          </a:r>
        </a:p>
      </dsp:txBody>
      <dsp:txXfrm>
        <a:off x="2258787" y="1617423"/>
        <a:ext cx="2409759" cy="486050"/>
      </dsp:txXfrm>
    </dsp:sp>
    <dsp:sp modelId="{78157F68-4FDA-4FD7-94DE-7C02E8607486}">
      <dsp:nvSpPr>
        <dsp:cNvPr id="0" name=""/>
        <dsp:cNvSpPr/>
      </dsp:nvSpPr>
      <dsp:spPr>
        <a:xfrm>
          <a:off x="2232493" y="2197097"/>
          <a:ext cx="2462347" cy="538638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b="1" kern="1200">
              <a:latin typeface="Times New Roman" pitchFamily="18" charset="0"/>
              <a:cs typeface="Times New Roman" pitchFamily="18" charset="0"/>
            </a:rPr>
            <a:t>Environment: Virtual Environment (.venv) for package isolation</a:t>
          </a:r>
        </a:p>
      </dsp:txBody>
      <dsp:txXfrm>
        <a:off x="2258787" y="2223391"/>
        <a:ext cx="2409759" cy="486050"/>
      </dsp:txXfrm>
    </dsp:sp>
    <dsp:sp modelId="{667F831F-7278-4E6C-B5DB-82F9288E2EC6}">
      <dsp:nvSpPr>
        <dsp:cNvPr id="0" name=""/>
        <dsp:cNvSpPr/>
      </dsp:nvSpPr>
      <dsp:spPr>
        <a:xfrm>
          <a:off x="2232493" y="2803066"/>
          <a:ext cx="2462347" cy="538638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t" anchorCtr="0">
          <a:noAutofit/>
        </a:bodyPr>
        <a:lstStyle/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b="1" kern="1200">
              <a:latin typeface="Times New Roman" pitchFamily="18" charset="0"/>
              <a:cs typeface="Times New Roman" pitchFamily="18" charset="0"/>
            </a:rPr>
            <a:t>Frameworks &amp; Libraries:</a:t>
          </a:r>
        </a:p>
        <a:p>
          <a:pPr marL="57150" lvl="1" indent="-57150" algn="l" defTabSz="2222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500" b="1" kern="1200">
              <a:latin typeface="Times New Roman" pitchFamily="18" charset="0"/>
              <a:cs typeface="Times New Roman" pitchFamily="18" charset="0"/>
            </a:rPr>
            <a:t>OpenCV – image processing</a:t>
          </a:r>
        </a:p>
        <a:p>
          <a:pPr marL="57150" lvl="1" indent="-57150" algn="l" defTabSz="2222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500" b="1" kern="1200">
              <a:latin typeface="Times New Roman" pitchFamily="18" charset="0"/>
              <a:cs typeface="Times New Roman" pitchFamily="18" charset="0"/>
            </a:rPr>
            <a:t>pytesseract – OCR text extraction</a:t>
          </a:r>
        </a:p>
        <a:p>
          <a:pPr marL="57150" lvl="1" indent="-57150" algn="l" defTabSz="2222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500" b="1" kern="1200">
              <a:latin typeface="Times New Roman" pitchFamily="18" charset="0"/>
              <a:cs typeface="Times New Roman" pitchFamily="18" charset="0"/>
            </a:rPr>
            <a:t>streamlit – web app interface</a:t>
          </a:r>
        </a:p>
        <a:p>
          <a:pPr marL="57150" lvl="1" indent="-57150" algn="l" defTabSz="2222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500" b="1" kern="1200">
              <a:latin typeface="Times New Roman" pitchFamily="18" charset="0"/>
              <a:cs typeface="Times New Roman" pitchFamily="18" charset="0"/>
            </a:rPr>
            <a:t>reportlab – PDF generation</a:t>
          </a:r>
        </a:p>
      </dsp:txBody>
      <dsp:txXfrm>
        <a:off x="2258787" y="2829360"/>
        <a:ext cx="2409759" cy="48605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DE7C4C-7F7D-45D8-9D5C-01B17311A07C}">
      <dsp:nvSpPr>
        <dsp:cNvPr id="0" name=""/>
        <dsp:cNvSpPr/>
      </dsp:nvSpPr>
      <dsp:spPr>
        <a:xfrm>
          <a:off x="0" y="33364"/>
          <a:ext cx="8763000" cy="597248"/>
        </a:xfrm>
        <a:prstGeom prst="roundRect">
          <a:avLst/>
        </a:prstGeom>
        <a:solidFill>
          <a:schemeClr val="accent3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Summary</a:t>
          </a:r>
          <a:endParaRPr lang="en-US" sz="2400" kern="1200" dirty="0"/>
        </a:p>
      </dsp:txBody>
      <dsp:txXfrm>
        <a:off x="29155" y="62519"/>
        <a:ext cx="8704690" cy="538938"/>
      </dsp:txXfrm>
    </dsp:sp>
    <dsp:sp modelId="{DB73B547-C332-4D52-8017-D207C1AF121E}">
      <dsp:nvSpPr>
        <dsp:cNvPr id="0" name=""/>
        <dsp:cNvSpPr/>
      </dsp:nvSpPr>
      <dsp:spPr>
        <a:xfrm>
          <a:off x="0" y="673813"/>
          <a:ext cx="8763000" cy="59724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Successfully developed a </a:t>
          </a:r>
          <a:r>
            <a:rPr lang="en-US" sz="1500" b="1" kern="1200"/>
            <a:t>Custom Object Character Recognition (OCR)</a:t>
          </a:r>
          <a:r>
            <a:rPr lang="en-US" sz="1500" kern="1200"/>
            <a:t> system using </a:t>
          </a:r>
          <a:r>
            <a:rPr lang="en-US" sz="1500" b="1" kern="1200"/>
            <a:t>YOLOv3</a:t>
          </a:r>
          <a:r>
            <a:rPr lang="en-US" sz="1500" kern="1200"/>
            <a:t> and </a:t>
          </a:r>
          <a:r>
            <a:rPr lang="en-US" sz="1500" b="1" kern="1200"/>
            <a:t>Tesseract</a:t>
          </a:r>
          <a:r>
            <a:rPr lang="en-US" sz="1500" kern="1200"/>
            <a:t>.</a:t>
          </a:r>
        </a:p>
      </dsp:txBody>
      <dsp:txXfrm>
        <a:off x="29155" y="702968"/>
        <a:ext cx="8704690" cy="538938"/>
      </dsp:txXfrm>
    </dsp:sp>
    <dsp:sp modelId="{008085E5-4BA3-4483-8417-B18E3826BA5A}">
      <dsp:nvSpPr>
        <dsp:cNvPr id="0" name=""/>
        <dsp:cNvSpPr/>
      </dsp:nvSpPr>
      <dsp:spPr>
        <a:xfrm>
          <a:off x="0" y="1314261"/>
          <a:ext cx="8763000" cy="59724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The model efficiently detects and reads key information from </a:t>
          </a:r>
          <a:r>
            <a:rPr lang="en-US" sz="1500" b="1" kern="1200"/>
            <a:t>lab reports</a:t>
          </a:r>
          <a:r>
            <a:rPr lang="en-US" sz="1500" kern="1200"/>
            <a:t> such as:</a:t>
          </a:r>
          <a:br>
            <a:rPr lang="en-US" sz="1500" kern="1200"/>
          </a:br>
          <a:r>
            <a:rPr lang="en-US" sz="1500" b="1" kern="1200"/>
            <a:t>Patient Name, Test Name, T3, T4, and TSH values.</a:t>
          </a:r>
          <a:endParaRPr lang="en-US" sz="1500" kern="1200"/>
        </a:p>
      </dsp:txBody>
      <dsp:txXfrm>
        <a:off x="29155" y="1343416"/>
        <a:ext cx="8704690" cy="538938"/>
      </dsp:txXfrm>
    </dsp:sp>
    <dsp:sp modelId="{65BE3EDD-DA2A-40A7-A05F-8480DD3C8F5E}">
      <dsp:nvSpPr>
        <dsp:cNvPr id="0" name=""/>
        <dsp:cNvSpPr/>
      </dsp:nvSpPr>
      <dsp:spPr>
        <a:xfrm>
          <a:off x="0" y="1954709"/>
          <a:ext cx="8763000" cy="59724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Fully implemented and tested locally in </a:t>
          </a:r>
          <a:r>
            <a:rPr lang="en-US" sz="1500" b="1" kern="1200"/>
            <a:t>VS Code</a:t>
          </a:r>
          <a:r>
            <a:rPr lang="en-US" sz="1500" kern="1200"/>
            <a:t> with a </a:t>
          </a:r>
          <a:r>
            <a:rPr lang="en-US" sz="1500" b="1" kern="1200"/>
            <a:t>Streamlit-based interface</a:t>
          </a:r>
          <a:r>
            <a:rPr lang="en-US" sz="1500" kern="1200"/>
            <a:t> for real-time results and PDF generation.</a:t>
          </a:r>
        </a:p>
      </dsp:txBody>
      <dsp:txXfrm>
        <a:off x="29155" y="1983864"/>
        <a:ext cx="8704690" cy="538938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80F47E-F86F-410D-A1E0-BF6BC37D3ED8}">
      <dsp:nvSpPr>
        <dsp:cNvPr id="0" name=""/>
        <dsp:cNvSpPr/>
      </dsp:nvSpPr>
      <dsp:spPr>
        <a:xfrm rot="16200000">
          <a:off x="-341977" y="344072"/>
          <a:ext cx="2743200" cy="2055055"/>
        </a:xfrm>
        <a:prstGeom prst="flowChartManualOperation">
          <a:avLst/>
        </a:prstGeom>
        <a:solidFill>
          <a:srgbClr val="00B05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0" tIns="0" rIns="101513" bIns="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Key Takeaways</a:t>
          </a:r>
          <a:endParaRPr lang="en-US" sz="1600" kern="1200"/>
        </a:p>
      </dsp:txBody>
      <dsp:txXfrm rot="5400000">
        <a:off x="2096" y="548639"/>
        <a:ext cx="2055055" cy="1645920"/>
      </dsp:txXfrm>
    </dsp:sp>
    <dsp:sp modelId="{A5535EB2-64F4-4DFC-8581-5246B3C8AF7C}">
      <dsp:nvSpPr>
        <dsp:cNvPr id="0" name=""/>
        <dsp:cNvSpPr/>
      </dsp:nvSpPr>
      <dsp:spPr>
        <a:xfrm rot="16200000">
          <a:off x="1867207" y="344072"/>
          <a:ext cx="2743200" cy="2055055"/>
        </a:xfrm>
        <a:prstGeom prst="flowChartManualOperation">
          <a:avLst/>
        </a:prstGeom>
        <a:solidFill>
          <a:srgbClr val="7030A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0" tIns="0" rIns="101513" bIns="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Integration of </a:t>
          </a:r>
          <a:r>
            <a:rPr lang="en-US" sz="1600" b="1" kern="1200"/>
            <a:t>YOLOv3 (for region detection)</a:t>
          </a:r>
          <a:r>
            <a:rPr lang="en-US" sz="1600" kern="1200"/>
            <a:t> and </a:t>
          </a:r>
          <a:r>
            <a:rPr lang="en-US" sz="1600" b="1" kern="1200"/>
            <a:t>Tesseract (for text extraction)</a:t>
          </a:r>
          <a:r>
            <a:rPr lang="en-US" sz="1600" kern="1200"/>
            <a:t> created a powerful hybrid OCR pipeline.</a:t>
          </a:r>
        </a:p>
      </dsp:txBody>
      <dsp:txXfrm rot="5400000">
        <a:off x="2211280" y="548639"/>
        <a:ext cx="2055055" cy="1645920"/>
      </dsp:txXfrm>
    </dsp:sp>
    <dsp:sp modelId="{7F78C367-FD57-4885-AF3F-236230DB4CCF}">
      <dsp:nvSpPr>
        <dsp:cNvPr id="0" name=""/>
        <dsp:cNvSpPr/>
      </dsp:nvSpPr>
      <dsp:spPr>
        <a:xfrm rot="16200000">
          <a:off x="4076391" y="344072"/>
          <a:ext cx="2743200" cy="2055055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0" tIns="0" rIns="101513" bIns="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Automated data extraction minimizes manual effort and reduces errors in clinical documentation.</a:t>
          </a:r>
        </a:p>
      </dsp:txBody>
      <dsp:txXfrm rot="5400000">
        <a:off x="4420464" y="548639"/>
        <a:ext cx="2055055" cy="1645920"/>
      </dsp:txXfrm>
    </dsp:sp>
    <dsp:sp modelId="{545BDC9E-2277-47B2-8178-8064184E0072}">
      <dsp:nvSpPr>
        <dsp:cNvPr id="0" name=""/>
        <dsp:cNvSpPr/>
      </dsp:nvSpPr>
      <dsp:spPr>
        <a:xfrm rot="16200000">
          <a:off x="6285576" y="344072"/>
          <a:ext cx="2743200" cy="2055055"/>
        </a:xfrm>
        <a:prstGeom prst="flowChartManualOperation">
          <a:avLst/>
        </a:prstGeom>
        <a:solidFill>
          <a:schemeClr val="accent6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0" tIns="0" rIns="101513" bIns="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The system design is </a:t>
          </a:r>
          <a:r>
            <a:rPr lang="en-US" sz="1600" b="1" kern="1200"/>
            <a:t>modular</a:t>
          </a:r>
          <a:r>
            <a:rPr lang="en-US" sz="1600" kern="1200"/>
            <a:t>, </a:t>
          </a:r>
          <a:r>
            <a:rPr lang="en-US" sz="1600" b="1" kern="1200"/>
            <a:t>scalable</a:t>
          </a:r>
          <a:r>
            <a:rPr lang="en-US" sz="1600" kern="1200"/>
            <a:t>, and ready for </a:t>
          </a:r>
          <a:r>
            <a:rPr lang="en-US" sz="1600" b="1" kern="1200"/>
            <a:t>future deployment on cloud (AWS / Streamlit Cloud)</a:t>
          </a:r>
          <a:r>
            <a:rPr lang="en-US" sz="1600" kern="1200"/>
            <a:t>.</a:t>
          </a:r>
        </a:p>
      </dsp:txBody>
      <dsp:txXfrm rot="5400000">
        <a:off x="6629649" y="548639"/>
        <a:ext cx="2055055" cy="16459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arrow5">
  <dgm:title val=""/>
  <dgm:desc val=""/>
  <dgm:catLst>
    <dgm:cat type="relationship" pri="6000"/>
    <dgm:cat type="process" pri="3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ch" ptType="node" func="cnt" op="equ" val="2">
        <dgm:choose name="Name2">
          <dgm:if name="Name3" func="var" arg="dir" op="equ" val="norm">
            <dgm:alg type="cycle">
              <dgm:param type="rotPath" val="alongPath"/>
              <dgm:param type="stAng" val="270"/>
            </dgm:alg>
          </dgm:if>
          <dgm:else name="Name4">
            <dgm:alg type="cycle">
              <dgm:param type="rotPath" val="alongPath"/>
              <dgm:param type="stAng" val="90"/>
              <dgm:param type="spanAng" val="-360"/>
            </dgm:alg>
          </dgm:else>
        </dgm:choose>
      </dgm:if>
      <dgm:else name="Name5">
        <dgm:choose name="Name6">
          <dgm:if name="Name7" func="var" arg="dir" op="equ" val="norm">
            <dgm:alg type="cycle">
              <dgm:param type="rotPath" val="alongPath"/>
            </dgm:alg>
          </dgm:if>
          <dgm:else name="Name8">
            <dgm:alg type="cycle">
              <dgm:param type="rotPath" val="alongPath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lte" val="2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0.1"/>
          <dgm:constr type="sibSp" refType="h" op="lte" fact="0.1"/>
          <dgm:constr type="diam" refType="w" refFor="ch" refPtType="node" op="equ" fact="1.1"/>
        </dgm:constrLst>
      </dgm:if>
      <dgm:if name="Name11" axis="ch" ptType="node" func="cnt" op="equ" val="5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2"/>
          <dgm:constr type="sibSp" refType="h" op="lte" fact="0.1"/>
        </dgm:constrLst>
      </dgm:if>
      <dgm:if name="Name12" axis="ch" ptType="node" func="cnt" op="equ" val="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3" axis="ch" ptType="node" func="cnt" op="equ" val="7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4" axis="ch" ptType="node" func="cnt" op="equ" val="8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/>
          <dgm:constr type="sibSp" refType="h" op="lte" fact="0.1"/>
        </dgm:constrLst>
      </dgm:if>
      <dgm:if name="Name15" axis="ch" ptType="node" func="cnt" op="gte" val="9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else name="Name1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35"/>
        </dgm:constrLst>
      </dgm:else>
    </dgm:choose>
    <dgm:ruleLst/>
    <dgm:forEach name="Name17" axis="ch" ptType="node">
      <dgm:layoutNode name="arrow">
        <dgm:varLst>
          <dgm:bulletEnabled val="1"/>
        </dgm:varLst>
        <dgm:alg type="tx"/>
        <dgm:shape xmlns:r="http://schemas.openxmlformats.org/officeDocument/2006/relationships" type="downArrow" r:blip="">
          <dgm:adjLst>
            <dgm:adj idx="2" val="0.35"/>
          </dgm:adjLst>
        </dgm:shape>
        <dgm:presOf axis="desOrSelf" ptType="node"/>
        <dgm:constrLst/>
        <dgm:ruleLst>
          <dgm:rule type="primFontSz" val="5" fact="NaN" max="NaN"/>
        </dgm:ruleLst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EEB51-F468-F72B-5EE1-C407C84B13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72B5CB-A536-6F99-70E2-3E58BB36D1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6AB914-C522-7C4E-3F5A-753F11026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FC309-E660-4E37-9021-BB9998769D0B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FFB75B-50B9-3A86-F174-6CDE0D932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212ADE-83D4-9C6D-598E-04BD420F0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05478-7EBC-49F8-8DCC-1D8D4A437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2760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5B397-73E1-83BC-3A7F-FAD34D62E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090D36-3472-7ECA-E4F3-DAF698A9E3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8F1015-48F1-BFA7-684D-DA7921982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FC309-E660-4E37-9021-BB9998769D0B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CBFB16-0837-163C-F856-18897DD97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F84915-DED4-2B04-4709-AAB170CCA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05478-7EBC-49F8-8DCC-1D8D4A437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026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9FDB8-68D6-566A-ECB7-CF150FFBF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B33BFE-DCF4-6C50-DDA2-89507DDDB0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ECFBCD-D3FC-EFA2-3892-E1786B6AE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FC309-E660-4E37-9021-BB9998769D0B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D80B2C-CC7C-2611-0AC1-5DBEE9D26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939EB0-B8DA-66EA-C0BA-8D4F41DE7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05478-7EBC-49F8-8DCC-1D8D4A437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544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C64D2-AD2E-0CE5-DB13-E1A38D171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6B7F2D-00CF-DC18-3B11-C40DA26B95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2D62CC-BCB0-29C9-719D-5526C94225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A60243-99D9-C231-315B-D6E5DD669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FC309-E660-4E37-9021-BB9998769D0B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ABAEB5-E7EB-1FBA-BEA7-5997077D2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BF1801-B252-C2AC-F9A8-B8E570C5D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05478-7EBC-49F8-8DCC-1D8D4A437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302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A0574-269A-D3B6-74C6-D39B45C29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04A9FB-0498-DDBA-D0C7-D34222B6B0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D7298E-6C2D-4D26-2486-1FA7CB2168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023E06-208F-B399-2277-6B6C5F8FF7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48F99E-9B6D-58A0-C9DD-B616264C57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14AC1C-EB2A-E5CC-12D6-C32F9D1D2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FC309-E660-4E37-9021-BB9998769D0B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15058D-6FFE-39DC-A9E8-E80A80FB2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32A15B-C225-32C9-552C-939FE8F34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05478-7EBC-49F8-8DCC-1D8D4A437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326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75DE3-A962-6F8B-F524-7CD528236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1C24CB-EB13-D2CA-7CD6-CD20B9D69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FC309-E660-4E37-9021-BB9998769D0B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DE117E-7942-AF44-92C5-160A8BB43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5BB9D5-DC73-EAD8-4E65-EE1752D42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05478-7EBC-49F8-8DCC-1D8D4A437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983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1CAA9A-C9A6-3AAB-A545-201D01AE3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FC309-E660-4E37-9021-BB9998769D0B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10FE4A-E268-F7D9-4358-AA76DBF9C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82DF3B-1822-3A6A-87CD-ACE487A76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05478-7EBC-49F8-8DCC-1D8D4A437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2454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FFFEB-D1B9-C7A3-4DF1-FBD6BE4C9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7E1109-7189-DC4B-1748-5A8F662AAD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AEB8C2-3B96-2D13-1B37-5C7817743E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99A7A5-E344-FF90-72D9-B36B44077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FC309-E660-4E37-9021-BB9998769D0B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463BFF-3DFB-80EA-8B45-887BE8C87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88B406-8402-19CA-0419-1E674A595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05478-7EBC-49F8-8DCC-1D8D4A437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315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17118-79C3-A1A6-78C5-4C5E5DD0C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B10FF9-68CC-F8CD-30F6-D3CAF54030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B1FC0C-9710-229B-441F-864D9A4319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7B8C78-9CED-9575-AFBC-90D5BFBA0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FC309-E660-4E37-9021-BB9998769D0B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4893A9-0AEE-3031-8981-CE8C7BCD7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486F38-766B-3075-493A-CCEDBAB99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05478-7EBC-49F8-8DCC-1D8D4A437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159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A772E-FC46-E784-358E-EC48B98F7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5143B6-EF51-E65A-54A1-E658CBFF82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995A82-AC97-5B7C-7198-A98A4A284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FC309-E660-4E37-9021-BB9998769D0B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7DB9A8-486B-69A2-B40F-41C6D37B6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3C4A99-4125-9784-7A85-A01D4DC62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05478-7EBC-49F8-8DCC-1D8D4A437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232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0F7A37-D1E0-C463-1AEE-F54BA57AC4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13B1CA-ADCE-1B33-C645-83562BE022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D10663-5DA1-8F0D-6E8F-569FF77CE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FC309-E660-4E37-9021-BB9998769D0B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67FC52-90C0-D61B-027F-FD4531EB4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C70A5F-7295-7F2E-3BD0-49C2913E4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05478-7EBC-49F8-8DCC-1D8D4A437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77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584ABC-9C1C-5269-24EC-F9835F371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501559-5A50-BD19-3989-23BEE772D5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301E59-2B3A-B3C1-7CBA-D5891582EC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FFC309-E660-4E37-9021-BB9998769D0B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8E7C6C-8F22-949F-30ED-7FF7D6883E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9DCFCE-9716-E313-ACE1-652EED2979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C05478-7EBC-49F8-8DCC-1D8D4A437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0527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8.xml"/><Relationship Id="rId3" Type="http://schemas.openxmlformats.org/officeDocument/2006/relationships/diagramLayout" Target="../diagrams/layout7.xml"/><Relationship Id="rId7" Type="http://schemas.openxmlformats.org/officeDocument/2006/relationships/diagramData" Target="../diagrams/data8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7.xml"/><Relationship Id="rId11" Type="http://schemas.microsoft.com/office/2007/relationships/diagramDrawing" Target="../diagrams/drawing8.xml"/><Relationship Id="rId5" Type="http://schemas.openxmlformats.org/officeDocument/2006/relationships/diagramColors" Target="../diagrams/colors7.xml"/><Relationship Id="rId10" Type="http://schemas.openxmlformats.org/officeDocument/2006/relationships/diagramColors" Target="../diagrams/colors8.xml"/><Relationship Id="rId4" Type="http://schemas.openxmlformats.org/officeDocument/2006/relationships/diagramQuickStyle" Target="../diagrams/quickStyle7.xml"/><Relationship Id="rId9" Type="http://schemas.openxmlformats.org/officeDocument/2006/relationships/diagramQuickStyle" Target="../diagrams/quickStyl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1.xml"/><Relationship Id="rId3" Type="http://schemas.openxmlformats.org/officeDocument/2006/relationships/diagramLayout" Target="../diagrams/layout10.xml"/><Relationship Id="rId7" Type="http://schemas.openxmlformats.org/officeDocument/2006/relationships/diagramData" Target="../diagrams/data11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0.xml"/><Relationship Id="rId11" Type="http://schemas.microsoft.com/office/2007/relationships/diagramDrawing" Target="../diagrams/drawing11.xml"/><Relationship Id="rId5" Type="http://schemas.openxmlformats.org/officeDocument/2006/relationships/diagramColors" Target="../diagrams/colors10.xml"/><Relationship Id="rId10" Type="http://schemas.openxmlformats.org/officeDocument/2006/relationships/diagramColors" Target="../diagrams/colors11.xml"/><Relationship Id="rId4" Type="http://schemas.openxmlformats.org/officeDocument/2006/relationships/diagramQuickStyle" Target="../diagrams/quickStyle10.xml"/><Relationship Id="rId9" Type="http://schemas.openxmlformats.org/officeDocument/2006/relationships/diagramQuickStyle" Target="../diagrams/quickStyl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/>
          <p:cNvSpPr txBox="1"/>
          <p:nvPr/>
        </p:nvSpPr>
        <p:spPr>
          <a:xfrm>
            <a:off x="3232819" y="339146"/>
            <a:ext cx="267836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Project-10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43878" y="1371600"/>
            <a:ext cx="545373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i="1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Nexthikes</a:t>
            </a:r>
            <a:r>
              <a:rPr lang="en-US" sz="4400" b="1" i="1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IT solutions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7068" y="2644170"/>
            <a:ext cx="8382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i="1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                             TITLE:</a:t>
            </a:r>
          </a:p>
          <a:p>
            <a:r>
              <a:rPr lang="en-US" sz="3200" b="1" i="1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Custom Object Character Recognition (OCR) using YOLO v3 and </a:t>
            </a:r>
            <a:r>
              <a:rPr lang="en-US" sz="3200" b="1" i="1" dirty="0" err="1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Tesseract</a:t>
            </a:r>
            <a:endParaRPr lang="en-US" sz="3200" b="1" i="1" dirty="0">
              <a:solidFill>
                <a:schemeClr val="bg1"/>
              </a:solidFill>
              <a:highlight>
                <a:srgbClr val="000000"/>
              </a:highligh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09600" y="5715000"/>
            <a:ext cx="23631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i="1" dirty="0">
                <a:solidFill>
                  <a:schemeClr val="bg1"/>
                </a:solidFill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Manoj Kapri</a:t>
            </a:r>
          </a:p>
        </p:txBody>
      </p:sp>
    </p:spTree>
    <p:extLst>
      <p:ext uri="{BB962C8B-B14F-4D97-AF65-F5344CB8AC3E}">
        <p14:creationId xmlns:p14="http://schemas.microsoft.com/office/powerpoint/2010/main" val="28089532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571350" y="762001"/>
            <a:ext cx="4000647" cy="170824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500" b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Problem Statement — Why Custom OCR is Needed</a:t>
            </a:r>
          </a:p>
        </p:txBody>
      </p:sp>
      <p:graphicFrame>
        <p:nvGraphicFramePr>
          <p:cNvPr id="2052" name="TextBox 4">
            <a:extLst>
              <a:ext uri="{FF2B5EF4-FFF2-40B4-BE49-F238E27FC236}">
                <a16:creationId xmlns:a16="http://schemas.microsoft.com/office/drawing/2014/main" id="{70292DD0-1792-98C8-049A-FFD32C6E39D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40339311"/>
              </p:ext>
            </p:extLst>
          </p:nvPr>
        </p:nvGraphicFramePr>
        <p:xfrm>
          <a:off x="571350" y="2470244"/>
          <a:ext cx="4000647" cy="37698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658259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0"/>
            <a:ext cx="8839200" cy="46166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Project Objectives — Building Smart Lab Report Extraction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8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1" name="Diagram 10"/>
          <p:cNvGraphicFramePr/>
          <p:nvPr>
            <p:extLst>
              <p:ext uri="{D42A27DB-BD31-4B8C-83A1-F6EECF244321}">
                <p14:modId xmlns:p14="http://schemas.microsoft.com/office/powerpoint/2010/main" val="4216582168"/>
              </p:ext>
            </p:extLst>
          </p:nvPr>
        </p:nvGraphicFramePr>
        <p:xfrm>
          <a:off x="457200" y="609600"/>
          <a:ext cx="8381999" cy="5791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75110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38200" y="41306"/>
            <a:ext cx="7516160" cy="52322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800" b="1">
                <a:latin typeface="Times New Roman" pitchFamily="18" charset="0"/>
                <a:cs typeface="Times New Roman" pitchFamily="18" charset="0"/>
              </a:rPr>
              <a:t>End-to-End Workflow of Custom OCR Pipeline</a:t>
            </a:r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3121331417"/>
              </p:ext>
            </p:extLst>
          </p:nvPr>
        </p:nvGraphicFramePr>
        <p:xfrm>
          <a:off x="152400" y="685800"/>
          <a:ext cx="8991600" cy="6019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751100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66215" y="973669"/>
            <a:ext cx="6619244" cy="706964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36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Data Preparation</a:t>
            </a:r>
          </a:p>
        </p:txBody>
      </p:sp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1347749288"/>
              </p:ext>
            </p:extLst>
          </p:nvPr>
        </p:nvGraphicFramePr>
        <p:xfrm>
          <a:off x="965200" y="2925232"/>
          <a:ext cx="7219037" cy="30864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751100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89" name="Picture 1" descr="C:\Users\Lenovo\Downloads\Gemini_Generated_Image_b70d8xb70d8xb70d.pn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351" r="9090" b="24939"/>
          <a:stretch>
            <a:fillRect/>
          </a:stretch>
        </p:blipFill>
        <p:spPr bwMode="auto">
          <a:xfrm>
            <a:off x="355599" y="474133"/>
            <a:ext cx="8432801" cy="59097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866215" y="973669"/>
            <a:ext cx="6619244" cy="706964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3600">
                <a:solidFill>
                  <a:schemeClr val="bg2"/>
                </a:solidFill>
                <a:latin typeface="+mj-lt"/>
                <a:ea typeface="+mj-ea"/>
                <a:cs typeface="+mj-cs"/>
              </a:rPr>
              <a:t>Model Training YOLOv3</a:t>
            </a:r>
          </a:p>
        </p:txBody>
      </p:sp>
      <p:graphicFrame>
        <p:nvGraphicFramePr>
          <p:cNvPr id="12291" name="TextBox 2">
            <a:extLst>
              <a:ext uri="{FF2B5EF4-FFF2-40B4-BE49-F238E27FC236}">
                <a16:creationId xmlns:a16="http://schemas.microsoft.com/office/drawing/2014/main" id="{5E018BA3-7BFE-C833-AF46-1F21AE5A5BE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97108614"/>
              </p:ext>
            </p:extLst>
          </p:nvPr>
        </p:nvGraphicFramePr>
        <p:xfrm>
          <a:off x="1295400" y="1961809"/>
          <a:ext cx="7210985" cy="41994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4" name="Picture 1" descr="C:\Users\Lenovo\Downloads\Gemini_Generated_Image_b70d8xb70d8xb70d.png">
            <a:extLst>
              <a:ext uri="{FF2B5EF4-FFF2-40B4-BE49-F238E27FC236}">
                <a16:creationId xmlns:a16="http://schemas.microsoft.com/office/drawing/2014/main" id="{083D9568-7311-EE45-B946-6E58C953A0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351" r="9090" b="24939"/>
          <a:stretch>
            <a:fillRect/>
          </a:stretch>
        </p:blipFill>
        <p:spPr bwMode="auto">
          <a:xfrm>
            <a:off x="507999" y="626533"/>
            <a:ext cx="8432801" cy="59097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51100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00200" y="25392"/>
            <a:ext cx="6372770" cy="58477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OCR &amp; Text Extraction (</a:t>
            </a:r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Tesseract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)</a:t>
            </a:r>
          </a:p>
        </p:txBody>
      </p:sp>
      <p:pic>
        <p:nvPicPr>
          <p:cNvPr id="11265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8323" y="1600200"/>
            <a:ext cx="4114800" cy="525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2809656349"/>
              </p:ext>
            </p:extLst>
          </p:nvPr>
        </p:nvGraphicFramePr>
        <p:xfrm>
          <a:off x="152400" y="762000"/>
          <a:ext cx="8762999" cy="533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52400" y="1600200"/>
            <a:ext cx="4855923" cy="5029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b="1" dirty="0"/>
              <a:t>Input:</a:t>
            </a:r>
            <a:br>
              <a:rPr lang="en-US" dirty="0"/>
            </a:br>
            <a:r>
              <a:rPr lang="en-US" dirty="0"/>
              <a:t>Cropped regions (e.g., Patient Name, T3, T4, TSH).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/>
              <a:t>Preprocessing:</a:t>
            </a:r>
            <a:endParaRPr lang="en-US" dirty="0"/>
          </a:p>
          <a:p>
            <a:pPr marL="742950" lvl="1" indent="-285750">
              <a:buFont typeface="Arial" pitchFamily="34" charset="0"/>
              <a:buChar char="•"/>
            </a:pPr>
            <a:r>
              <a:rPr lang="en-US" dirty="0"/>
              <a:t>Resize and convert to </a:t>
            </a:r>
            <a:r>
              <a:rPr lang="en-US" b="1" dirty="0" err="1"/>
              <a:t>grayscale</a:t>
            </a:r>
            <a:r>
              <a:rPr lang="en-US" dirty="0"/>
              <a:t>.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dirty="0"/>
              <a:t>Apply </a:t>
            </a:r>
            <a:r>
              <a:rPr lang="en-US" b="1" dirty="0"/>
              <a:t>Gaussian blur</a:t>
            </a:r>
            <a:r>
              <a:rPr lang="en-US" dirty="0"/>
              <a:t> to remove noise.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dirty="0"/>
              <a:t>Use </a:t>
            </a:r>
            <a:r>
              <a:rPr lang="en-US" b="1" dirty="0"/>
              <a:t>Otsu’s </a:t>
            </a:r>
            <a:r>
              <a:rPr lang="en-US" b="1" dirty="0" err="1"/>
              <a:t>thresholding</a:t>
            </a:r>
            <a:r>
              <a:rPr lang="en-US" dirty="0"/>
              <a:t> for text clarity.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/>
              <a:t>Binary Conversion:</a:t>
            </a:r>
            <a:br>
              <a:rPr lang="en-US" dirty="0"/>
            </a:br>
            <a:r>
              <a:rPr lang="en-US" dirty="0"/>
              <a:t>Convert to </a:t>
            </a:r>
            <a:r>
              <a:rPr lang="en-US" b="1" dirty="0"/>
              <a:t>black text on white background</a:t>
            </a:r>
            <a:r>
              <a:rPr lang="en-US" dirty="0"/>
              <a:t> for better OCR accuracy.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/>
              <a:t>Text Extraction:</a:t>
            </a:r>
            <a:br>
              <a:rPr lang="en-US" dirty="0"/>
            </a:br>
            <a:r>
              <a:rPr lang="en-US" dirty="0"/>
              <a:t>Pass preprocessed images to </a:t>
            </a:r>
            <a:r>
              <a:rPr lang="en-US" b="1" dirty="0" err="1"/>
              <a:t>Tesseract</a:t>
            </a:r>
            <a:r>
              <a:rPr lang="en-US" b="1" dirty="0"/>
              <a:t> OCR</a:t>
            </a:r>
            <a:r>
              <a:rPr lang="en-US" dirty="0"/>
              <a:t> for recognition.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/>
              <a:t>Output:</a:t>
            </a:r>
            <a:br>
              <a:rPr lang="en-US" dirty="0"/>
            </a:br>
            <a:r>
              <a:rPr lang="en-US" dirty="0"/>
              <a:t>Structured text data (JSON/CSV) containing recognized fields.</a:t>
            </a:r>
          </a:p>
          <a:p>
            <a:pPr marL="285750" indent="-285750">
              <a:buFont typeface="Arial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51100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38200" y="50590"/>
            <a:ext cx="7235635" cy="58477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System Architecture &amp; Integration Flow</a:t>
            </a:r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459479072"/>
              </p:ext>
            </p:extLst>
          </p:nvPr>
        </p:nvGraphicFramePr>
        <p:xfrm>
          <a:off x="228600" y="1447800"/>
          <a:ext cx="8761317" cy="1828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1117086479"/>
              </p:ext>
            </p:extLst>
          </p:nvPr>
        </p:nvGraphicFramePr>
        <p:xfrm>
          <a:off x="228600" y="1447800"/>
          <a:ext cx="8761317" cy="1828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81000" y="808880"/>
            <a:ext cx="2514600" cy="369332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Key Components</a:t>
            </a:r>
          </a:p>
        </p:txBody>
      </p:sp>
    </p:spTree>
    <p:extLst>
      <p:ext uri="{BB962C8B-B14F-4D97-AF65-F5344CB8AC3E}">
        <p14:creationId xmlns:p14="http://schemas.microsoft.com/office/powerpoint/2010/main" val="5751100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0699" y="687480"/>
            <a:ext cx="5605629" cy="994172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3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Local Deployment in VS Code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2164438675"/>
              </p:ext>
            </p:extLst>
          </p:nvPr>
        </p:nvGraphicFramePr>
        <p:xfrm>
          <a:off x="852321" y="2227943"/>
          <a:ext cx="5033221" cy="37882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751100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759" y="3752849"/>
            <a:ext cx="2468166" cy="2452687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100" b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Results and Output Visualization</a:t>
            </a:r>
          </a:p>
        </p:txBody>
      </p:sp>
      <p:pic>
        <p:nvPicPr>
          <p:cNvPr id="8193" name="Picture 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205"/>
          <a:stretch>
            <a:fillRect/>
          </a:stretch>
        </p:blipFill>
        <p:spPr bwMode="auto">
          <a:xfrm>
            <a:off x="20" y="10"/>
            <a:ext cx="9143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3167986" y="3752850"/>
            <a:ext cx="5614060" cy="2452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/>
              <a:t>OCR Processing Summary</a:t>
            </a:r>
            <a:endParaRPr lang="en-US" sz="16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/>
              <a:t>Input: Lab report images uploaded through Streamlit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/>
              <a:t>YOLOv3 detected key regions (Patient Name, Test Name, T3, T4, TSH)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/>
              <a:t>Cropped regions passed to Tesseract for text extraction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/>
              <a:t>Results displayed instantly and saved as CSV/PDF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5751100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38400" y="54279"/>
            <a:ext cx="4083169" cy="58477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Conclusion &amp; Insights</a:t>
            </a:r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4053677303"/>
              </p:ext>
            </p:extLst>
          </p:nvPr>
        </p:nvGraphicFramePr>
        <p:xfrm>
          <a:off x="228600" y="914400"/>
          <a:ext cx="8763000" cy="25853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1039029369"/>
              </p:ext>
            </p:extLst>
          </p:nvPr>
        </p:nvGraphicFramePr>
        <p:xfrm>
          <a:off x="304800" y="3886200"/>
          <a:ext cx="8686799" cy="2743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cxnSp>
        <p:nvCxnSpPr>
          <p:cNvPr id="8" name="Straight Connector 7"/>
          <p:cNvCxnSpPr/>
          <p:nvPr/>
        </p:nvCxnSpPr>
        <p:spPr>
          <a:xfrm>
            <a:off x="0" y="3657600"/>
            <a:ext cx="914400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51100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910322" y="583345"/>
            <a:ext cx="5370268" cy="416482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7000" b="1" kern="1200" cap="all" spc="0">
                <a:ln w="0"/>
                <a:solidFill>
                  <a:srgbClr val="FFFFFF"/>
                </a:solidFill>
                <a:effectLst>
                  <a:reflection blurRad="12700" stA="50000" endPos="50000" dist="5000" dir="5400000" sy="-100000" rotWithShape="0"/>
                </a:effectLst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10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05769" y="583345"/>
            <a:ext cx="10427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74854" y="812640"/>
            <a:ext cx="68353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94114" y="1037066"/>
            <a:ext cx="95785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2085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27318" y="5636680"/>
            <a:ext cx="113652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0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33881" y="6096759"/>
            <a:ext cx="81469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2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15716" y="6238029"/>
            <a:ext cx="7181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51100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1628</TotalTime>
  <Words>1023</Words>
  <Application>Microsoft Office PowerPoint</Application>
  <PresentationFormat>On-screen Show (4:3)</PresentationFormat>
  <Paragraphs>118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Manoj Kapri</cp:lastModifiedBy>
  <cp:revision>17</cp:revision>
  <dcterms:created xsi:type="dcterms:W3CDTF">2025-11-04T12:30:14Z</dcterms:created>
  <dcterms:modified xsi:type="dcterms:W3CDTF">2025-11-14T14:13:55Z</dcterms:modified>
</cp:coreProperties>
</file>